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Nunito"/>
      <p:regular r:id="rId25"/>
      <p:bold r:id="rId26"/>
      <p:italic r:id="rId27"/>
      <p:boldItalic r:id="rId28"/>
    </p:embeddedFont>
    <p:embeddedFont>
      <p:font typeface="Montserra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7CE213-17B7-4AFC-9FA2-21339C38D650}">
  <a:tblStyle styleId="{EA7CE213-17B7-4AFC-9FA2-21339C38D6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EC437E6-E981-408F-B621-84533751E76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2d1aa159a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2d1aa159a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7307d40660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7307d40660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7ffc8af75a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7ffc8af75a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72bc24e600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72bc24e600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72bc24e600_0_1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72bc24e600_0_1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72bc24e600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72bc24e600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72c2e31907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72c2e31907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72d1aa159a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72d1aa159a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72d1aa159a_0_1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72d1aa159a_0_1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7ffc8af75a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7ffc8af75a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72d1aa159a_0_2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72d1aa159a_0_2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72d1aa159a_0_2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72d1aa159a_0_2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72d1aa159a_0_2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72d1aa159a_0_2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72d1aa159a_0_2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72d1aa159a_0_2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72bc24e600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g72bc24e600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g77db3efe8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4" name="Google Shape;1714;g77db3efe8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g77db3efe8a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3" name="Google Shape;1723;g77db3efe8a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77db3efe8a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77db3efe8a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mailto:SkillCheckingChannel@gmail.com" TargetMode="External"/><Relationship Id="rId5" Type="http://schemas.openxmlformats.org/officeDocument/2006/relationships/hyperlink" Target="https://docs.google.com/presentation/d/1iOGhtrQnVb-h6U2FJzVAi93o5RBE0bdIriIvQl7k17g/edit?usp=sharing" TargetMode="External"/><Relationship Id="rId6" Type="http://schemas.openxmlformats.org/officeDocument/2006/relationships/hyperlink" Target="https://docs.google.com/presentation/d/1iOGhtrQnVb-h6U2FJzVAi93o5RBE0bdIriIvQl7k17g/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mt="40000"/>
          </a:blip>
          <a:stretch>
            <a:fillRect/>
          </a:stretch>
        </p:blipFill>
        <p:spPr>
          <a:xfrm>
            <a:off x="403061" y="0"/>
            <a:ext cx="3578678" cy="5143499"/>
          </a:xfrm>
          <a:prstGeom prst="rect">
            <a:avLst/>
          </a:prstGeom>
          <a:noFill/>
          <a:ln>
            <a:noFill/>
          </a:ln>
        </p:spPr>
      </p:pic>
      <p:sp>
        <p:nvSpPr>
          <p:cNvPr id="55" name="Google Shape;55;p13"/>
          <p:cNvSpPr txBox="1"/>
          <p:nvPr/>
        </p:nvSpPr>
        <p:spPr>
          <a:xfrm>
            <a:off x="0" y="2312200"/>
            <a:ext cx="4384800" cy="283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solidFill>
                  <a:schemeClr val="dk1"/>
                </a:solidFill>
              </a:rPr>
              <a:t>Pathfinder 2nd Edition:</a:t>
            </a:r>
            <a:endParaRPr sz="3000"/>
          </a:p>
          <a:p>
            <a:pPr indent="0" lvl="0" marL="0" rtl="0" algn="ctr">
              <a:spcBef>
                <a:spcPts val="0"/>
              </a:spcBef>
              <a:spcAft>
                <a:spcPts val="0"/>
              </a:spcAft>
              <a:buNone/>
            </a:pPr>
            <a:r>
              <a:rPr lang="en" sz="2400"/>
              <a:t>Class Feat</a:t>
            </a:r>
            <a:endParaRPr sz="2400"/>
          </a:p>
          <a:p>
            <a:pPr indent="0" lvl="0" marL="0" rtl="0" algn="ctr">
              <a:spcBef>
                <a:spcPts val="0"/>
              </a:spcBef>
              <a:spcAft>
                <a:spcPts val="0"/>
              </a:spcAft>
              <a:buNone/>
            </a:pPr>
            <a:r>
              <a:rPr lang="en" sz="2400"/>
              <a:t>Dependency Trees</a:t>
            </a:r>
            <a:endParaRPr sz="2400"/>
          </a:p>
          <a:p>
            <a:pPr indent="0" lvl="0" marL="0" rtl="0" algn="ctr">
              <a:spcBef>
                <a:spcPts val="0"/>
              </a:spcBef>
              <a:spcAft>
                <a:spcPts val="0"/>
              </a:spcAft>
              <a:buNone/>
            </a:pPr>
            <a:r>
              <a:rPr lang="en" sz="1000"/>
              <a:t>Core Rulebook</a:t>
            </a:r>
            <a:endParaRPr sz="1000"/>
          </a:p>
        </p:txBody>
      </p:sp>
      <p:sp>
        <p:nvSpPr>
          <p:cNvPr id="56" name="Google Shape;56;p13"/>
          <p:cNvSpPr txBox="1"/>
          <p:nvPr>
            <p:ph type="title"/>
          </p:nvPr>
        </p:nvSpPr>
        <p:spPr>
          <a:xfrm>
            <a:off x="4572000" y="445025"/>
            <a:ext cx="3539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57" name="Google Shape;57;p13"/>
          <p:cNvSpPr txBox="1"/>
          <p:nvPr>
            <p:ph idx="1" type="body"/>
          </p:nvPr>
        </p:nvSpPr>
        <p:spPr>
          <a:xfrm>
            <a:off x="4572000" y="1152475"/>
            <a:ext cx="4260300" cy="3737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Skill Key.............. Slide 2</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Alchemist</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3</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Barbarian</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4</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Bard................... Slide 5</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500">
                <a:solidFill>
                  <a:schemeClr val="dk1"/>
                </a:solidFill>
                <a:latin typeface="Courier New"/>
                <a:ea typeface="Courier New"/>
                <a:cs typeface="Courier New"/>
                <a:sym typeface="Courier New"/>
              </a:rPr>
              <a:t>Champion............... Slide 6</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Cleric................. Slide 7</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Druid</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8</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Fighter</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9-10</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Monk................... Slide 11</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Ranger</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12</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Rogue.................. Slide 13</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Sorcerer</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14</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Wizard</a:t>
            </a:r>
            <a:r>
              <a:rPr b="1" lang="en" sz="1500">
                <a:solidFill>
                  <a:srgbClr val="000000"/>
                </a:solidFill>
                <a:latin typeface="Courier New"/>
                <a:ea typeface="Courier New"/>
                <a:cs typeface="Courier New"/>
                <a:sym typeface="Courier New"/>
              </a:rPr>
              <a:t>...</a:t>
            </a:r>
            <a:r>
              <a:rPr b="1" lang="en" sz="1500">
                <a:solidFill>
                  <a:srgbClr val="000000"/>
                </a:solidFill>
                <a:latin typeface="Courier New"/>
                <a:ea typeface="Courier New"/>
                <a:cs typeface="Courier New"/>
                <a:sym typeface="Courier New"/>
              </a:rPr>
              <a:t>.............. Slide 15</a:t>
            </a:r>
            <a:endParaRPr b="1" sz="15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500">
                <a:solidFill>
                  <a:srgbClr val="000000"/>
                </a:solidFill>
                <a:latin typeface="Courier New"/>
                <a:ea typeface="Courier New"/>
                <a:cs typeface="Courier New"/>
                <a:sym typeface="Courier New"/>
              </a:rPr>
              <a:t>Class Skills Matrices.. Slide 16-18</a:t>
            </a:r>
            <a:endParaRPr b="1" sz="1500">
              <a:solidFill>
                <a:srgbClr val="000000"/>
              </a:solidFill>
              <a:latin typeface="Courier New"/>
              <a:ea typeface="Courier New"/>
              <a:cs typeface="Courier New"/>
              <a:sym typeface="Courier New"/>
            </a:endParaRPr>
          </a:p>
        </p:txBody>
      </p:sp>
      <p:sp>
        <p:nvSpPr>
          <p:cNvPr id="58" name="Google Shape;58;p13"/>
          <p:cNvSpPr txBox="1"/>
          <p:nvPr/>
        </p:nvSpPr>
        <p:spPr>
          <a:xfrm>
            <a:off x="0" y="4889850"/>
            <a:ext cx="9144000" cy="25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Images and Feat Names are property of Paizo</a:t>
            </a:r>
            <a:endParaRPr sz="600"/>
          </a:p>
        </p:txBody>
      </p:sp>
      <p:sp>
        <p:nvSpPr>
          <p:cNvPr id="59" name="Google Shape;59;p13"/>
          <p:cNvSpPr txBox="1"/>
          <p:nvPr/>
        </p:nvSpPr>
        <p:spPr>
          <a:xfrm>
            <a:off x="8405900" y="5009400"/>
            <a:ext cx="7380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Guide Version: 1.0</a:t>
            </a:r>
            <a:endParaRPr b="1" sz="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mt="40000"/>
          </a:blip>
          <a:stretch>
            <a:fillRect/>
          </a:stretch>
        </p:blipFill>
        <p:spPr>
          <a:xfrm>
            <a:off x="403061" y="0"/>
            <a:ext cx="3578678" cy="5143499"/>
          </a:xfrm>
          <a:prstGeom prst="rect">
            <a:avLst/>
          </a:prstGeom>
          <a:noFill/>
          <a:ln>
            <a:noFill/>
          </a:ln>
        </p:spPr>
      </p:pic>
      <p:sp>
        <p:nvSpPr>
          <p:cNvPr id="65" name="Google Shape;65;p1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Skill Key</a:t>
            </a:r>
            <a:endParaRPr/>
          </a:p>
        </p:txBody>
      </p:sp>
      <p:grpSp>
        <p:nvGrpSpPr>
          <p:cNvPr id="66" name="Google Shape;66;p14"/>
          <p:cNvGrpSpPr/>
          <p:nvPr/>
        </p:nvGrpSpPr>
        <p:grpSpPr>
          <a:xfrm>
            <a:off x="3642036" y="572650"/>
            <a:ext cx="1859926" cy="4543600"/>
            <a:chOff x="3642036" y="572650"/>
            <a:chExt cx="1859926" cy="4543600"/>
          </a:xfrm>
        </p:grpSpPr>
        <p:sp>
          <p:nvSpPr>
            <p:cNvPr id="67" name="Google Shape;67;p14"/>
            <p:cNvSpPr txBox="1"/>
            <p:nvPr/>
          </p:nvSpPr>
          <p:spPr>
            <a:xfrm>
              <a:off x="3642036" y="976950"/>
              <a:ext cx="1859883" cy="35937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u="sng">
                  <a:solidFill>
                    <a:schemeClr val="dk1"/>
                  </a:solidFill>
                  <a:latin typeface="Courier New"/>
                  <a:ea typeface="Courier New"/>
                  <a:cs typeface="Courier New"/>
                  <a:sym typeface="Courier New"/>
                </a:rPr>
                <a:t>Skill</a:t>
              </a:r>
              <a:endParaRPr b="1" sz="1200" u="sng">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Acrobatics</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Arcana</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Athletics</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Crafting</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Deception</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Diplomacy</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Intimidation</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Lore</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Medicine</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Nature</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Occultism</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Performance</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Religion</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Society</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Stealth</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Survival</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Thievery</a:t>
              </a:r>
              <a:endParaRPr>
                <a:latin typeface="Courier New"/>
                <a:ea typeface="Courier New"/>
                <a:cs typeface="Courier New"/>
                <a:sym typeface="Courier New"/>
              </a:endParaRPr>
            </a:p>
          </p:txBody>
        </p:sp>
        <p:sp>
          <p:nvSpPr>
            <p:cNvPr id="68" name="Google Shape;68;p14"/>
            <p:cNvSpPr txBox="1"/>
            <p:nvPr/>
          </p:nvSpPr>
          <p:spPr>
            <a:xfrm>
              <a:off x="4893262" y="976950"/>
              <a:ext cx="608700" cy="35937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u="sng">
                  <a:solidFill>
                    <a:schemeClr val="dk1"/>
                  </a:solidFill>
                  <a:latin typeface="Courier New"/>
                  <a:ea typeface="Courier New"/>
                  <a:cs typeface="Courier New"/>
                  <a:sym typeface="Courier New"/>
                </a:rPr>
                <a:t>Abbr</a:t>
              </a:r>
              <a:endParaRPr b="1" sz="1200" u="sng">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Ac</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Ar</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At</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C</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De</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Di</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I</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L</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M</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N</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O</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P</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R</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So</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St</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Su</a:t>
              </a:r>
              <a:endParaRPr sz="1100">
                <a:solidFill>
                  <a:schemeClr val="dk1"/>
                </a:solidFill>
                <a:latin typeface="Courier New"/>
                <a:ea typeface="Courier New"/>
                <a:cs typeface="Courier New"/>
                <a:sym typeface="Courier New"/>
              </a:endParaRPr>
            </a:p>
            <a:p>
              <a:pPr indent="0" lvl="0" marL="0" rtl="0" algn="ctr">
                <a:lnSpc>
                  <a:spcPct val="115000"/>
                </a:lnSpc>
                <a:spcBef>
                  <a:spcPts val="0"/>
                </a:spcBef>
                <a:spcAft>
                  <a:spcPts val="0"/>
                </a:spcAft>
                <a:buNone/>
              </a:pPr>
              <a:r>
                <a:rPr lang="en" sz="1100">
                  <a:solidFill>
                    <a:schemeClr val="dk1"/>
                  </a:solidFill>
                  <a:latin typeface="Courier New"/>
                  <a:ea typeface="Courier New"/>
                  <a:cs typeface="Courier New"/>
                  <a:sym typeface="Courier New"/>
                </a:rPr>
                <a:t>T</a:t>
              </a:r>
              <a:endParaRPr>
                <a:latin typeface="Courier New"/>
                <a:ea typeface="Courier New"/>
                <a:cs typeface="Courier New"/>
                <a:sym typeface="Courier New"/>
              </a:endParaRPr>
            </a:p>
          </p:txBody>
        </p:sp>
        <p:grpSp>
          <p:nvGrpSpPr>
            <p:cNvPr id="69" name="Google Shape;69;p14"/>
            <p:cNvGrpSpPr/>
            <p:nvPr/>
          </p:nvGrpSpPr>
          <p:grpSpPr>
            <a:xfrm>
              <a:off x="3685950" y="4661750"/>
              <a:ext cx="1772100" cy="454500"/>
              <a:chOff x="138920" y="4616200"/>
              <a:chExt cx="1772100" cy="454500"/>
            </a:xfrm>
          </p:grpSpPr>
          <p:sp>
            <p:nvSpPr>
              <p:cNvPr id="70" name="Google Shape;70;p14"/>
              <p:cNvSpPr/>
              <p:nvPr/>
            </p:nvSpPr>
            <p:spPr>
              <a:xfrm>
                <a:off x="1474522" y="4686994"/>
                <a:ext cx="312900" cy="312900"/>
              </a:xfrm>
              <a:prstGeom prst="pentagon">
                <a:avLst>
                  <a:gd fmla="val 105146" name="hf"/>
                  <a:gd fmla="val 110557" name="vf"/>
                </a:avLst>
              </a:prstGeom>
              <a:solidFill>
                <a:srgbClr val="FFFFFF"/>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St</a:t>
                </a:r>
                <a:endParaRPr sz="600"/>
              </a:p>
            </p:txBody>
          </p:sp>
          <p:sp>
            <p:nvSpPr>
              <p:cNvPr id="71" name="Google Shape;71;p14"/>
              <p:cNvSpPr txBox="1"/>
              <p:nvPr/>
            </p:nvSpPr>
            <p:spPr>
              <a:xfrm>
                <a:off x="138920" y="4616200"/>
                <a:ext cx="1772100" cy="45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Ex) Master in Stealth</a:t>
                </a:r>
                <a:endParaRPr sz="1000"/>
              </a:p>
            </p:txBody>
          </p:sp>
        </p:grpSp>
        <p:grpSp>
          <p:nvGrpSpPr>
            <p:cNvPr id="72" name="Google Shape;72;p14"/>
            <p:cNvGrpSpPr/>
            <p:nvPr/>
          </p:nvGrpSpPr>
          <p:grpSpPr>
            <a:xfrm>
              <a:off x="3907203" y="572650"/>
              <a:ext cx="1329590" cy="313206"/>
              <a:chOff x="313257" y="572650"/>
              <a:chExt cx="1329590" cy="313206"/>
            </a:xfrm>
          </p:grpSpPr>
          <p:sp>
            <p:nvSpPr>
              <p:cNvPr id="73" name="Google Shape;73;p14"/>
              <p:cNvSpPr/>
              <p:nvPr/>
            </p:nvSpPr>
            <p:spPr>
              <a:xfrm>
                <a:off x="313257" y="572894"/>
                <a:ext cx="312900" cy="3129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74" name="Google Shape;74;p14"/>
              <p:cNvSpPr/>
              <p:nvPr/>
            </p:nvSpPr>
            <p:spPr>
              <a:xfrm>
                <a:off x="966002" y="573100"/>
                <a:ext cx="312770" cy="312747"/>
              </a:xfrm>
              <a:prstGeom prst="flowChartDecision">
                <a:avLst/>
              </a:prstGeom>
              <a:solidFill>
                <a:srgbClr val="FFFFFF"/>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75" name="Google Shape;75;p14"/>
              <p:cNvSpPr/>
              <p:nvPr/>
            </p:nvSpPr>
            <p:spPr>
              <a:xfrm>
                <a:off x="1329947" y="572956"/>
                <a:ext cx="312900" cy="312900"/>
              </a:xfrm>
              <a:prstGeom prst="pentagon">
                <a:avLst>
                  <a:gd fmla="val 105146" name="hf"/>
                  <a:gd fmla="val 110557" name="vf"/>
                </a:avLst>
              </a:prstGeom>
              <a:solidFill>
                <a:srgbClr val="FFFFFF"/>
              </a:solidFill>
              <a:ln cap="flat" cmpd="sng" w="9525">
                <a:solidFill>
                  <a:srgbClr val="000000"/>
                </a:solidFill>
                <a:prstDash val="solid"/>
                <a:round/>
                <a:headEnd len="sm" w="sm" type="none"/>
                <a:tailEnd len="sm" w="sm" type="none"/>
              </a:ln>
            </p:spPr>
            <p:txBody>
              <a:bodyPr anchorCtr="0" anchor="ctr" bIns="8227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76" name="Google Shape;76;p14"/>
              <p:cNvSpPr/>
              <p:nvPr/>
            </p:nvSpPr>
            <p:spPr>
              <a:xfrm>
                <a:off x="626203" y="572650"/>
                <a:ext cx="362400" cy="3132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lang="en" sz="600"/>
                  <a:t>E</a:t>
                </a:r>
                <a:endParaRPr sz="600"/>
              </a:p>
              <a:p>
                <a:pPr indent="0" lvl="0" marL="0" rtl="0" algn="ctr">
                  <a:spcBef>
                    <a:spcPts val="0"/>
                  </a:spcBef>
                  <a:spcAft>
                    <a:spcPts val="0"/>
                  </a:spcAft>
                  <a:buNone/>
                </a:pPr>
                <a:r>
                  <a:t/>
                </a:r>
                <a:endParaRPr sz="600"/>
              </a:p>
            </p:txBody>
          </p:sp>
        </p:grpSp>
        <p:sp>
          <p:nvSpPr>
            <p:cNvPr id="77" name="Google Shape;77;p14"/>
            <p:cNvSpPr/>
            <p:nvPr/>
          </p:nvSpPr>
          <p:spPr>
            <a:xfrm>
              <a:off x="5041228" y="4732626"/>
              <a:ext cx="312770" cy="312747"/>
            </a:xfrm>
            <a:prstGeom prst="flowChartDecision">
              <a:avLst/>
            </a:prstGeom>
            <a:solidFill>
              <a:srgbClr val="FFFFFF"/>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St</a:t>
              </a:r>
              <a:endParaRPr sz="600"/>
            </a:p>
          </p:txBody>
        </p:sp>
      </p:grpSp>
      <p:sp>
        <p:nvSpPr>
          <p:cNvPr id="78" name="Google Shape;78;p14"/>
          <p:cNvSpPr txBox="1"/>
          <p:nvPr/>
        </p:nvSpPr>
        <p:spPr>
          <a:xfrm>
            <a:off x="6691400" y="4543550"/>
            <a:ext cx="2452500" cy="572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t>A big “Thank You” to Strill, Borvak, cpcodes, togashi_joe, and MrShine for for taking the time to review the trees.</a:t>
            </a:r>
            <a:endParaRPr sz="1000"/>
          </a:p>
          <a:p>
            <a:pPr indent="0" lvl="0" marL="0" rtl="0" algn="r">
              <a:spcBef>
                <a:spcPts val="0"/>
              </a:spcBef>
              <a:spcAft>
                <a:spcPts val="0"/>
              </a:spcAft>
              <a:buNone/>
            </a:pPr>
            <a:r>
              <a:t/>
            </a:r>
            <a:endParaRPr sz="1000"/>
          </a:p>
          <a:p>
            <a:pPr indent="0" lvl="0" marL="0" rtl="0" algn="r">
              <a:spcBef>
                <a:spcPts val="0"/>
              </a:spcBef>
              <a:spcAft>
                <a:spcPts val="0"/>
              </a:spcAft>
              <a:buNone/>
            </a:pPr>
            <a:r>
              <a:rPr lang="en" sz="1000"/>
              <a:t>Please reach out to us at </a:t>
            </a:r>
            <a:r>
              <a:rPr lang="en" sz="1000" u="sng">
                <a:solidFill>
                  <a:srgbClr val="0097A7"/>
                </a:solidFill>
                <a:hlinkClick r:id="rId4">
                  <a:extLst>
                    <a:ext uri="{A12FA001-AC4F-418D-AE19-62706E023703}">
                      <ahyp:hlinkClr val="tx"/>
                    </a:ext>
                  </a:extLst>
                </a:hlinkClick>
              </a:rPr>
              <a:t>SkillCheckChannel@gmail.com</a:t>
            </a:r>
            <a:r>
              <a:rPr lang="en" sz="1000"/>
              <a:t> if any additional errors are identified.</a:t>
            </a:r>
            <a:endParaRPr sz="1000"/>
          </a:p>
        </p:txBody>
      </p:sp>
      <p:sp>
        <p:nvSpPr>
          <p:cNvPr id="79" name="Google Shape;79;p14"/>
          <p:cNvSpPr txBox="1"/>
          <p:nvPr/>
        </p:nvSpPr>
        <p:spPr>
          <a:xfrm>
            <a:off x="6163575" y="0"/>
            <a:ext cx="2980500" cy="8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t>Due to a Google publishing issue, We’ve removed/replaced the play test’s feat trees with the material for the published PF2E CRB.  Thank you for your patience and understanding while we try to optimize the availability of our content.</a:t>
            </a:r>
            <a:endParaRPr sz="800"/>
          </a:p>
          <a:p>
            <a:pPr indent="0" lvl="0" marL="0" rtl="0" algn="l">
              <a:spcBef>
                <a:spcPts val="0"/>
              </a:spcBef>
              <a:spcAft>
                <a:spcPts val="0"/>
              </a:spcAft>
              <a:buNone/>
            </a:pPr>
            <a:r>
              <a:rPr lang="en" sz="800"/>
              <a:t>-Skill Check</a:t>
            </a:r>
            <a:endParaRPr sz="800"/>
          </a:p>
        </p:txBody>
      </p:sp>
      <p:sp>
        <p:nvSpPr>
          <p:cNvPr id="80" name="Google Shape;80;p14">
            <a:hlinkClick r:id="rId5"/>
          </p:cNvPr>
          <p:cNvSpPr txBox="1"/>
          <p:nvPr/>
        </p:nvSpPr>
        <p:spPr>
          <a:xfrm>
            <a:off x="6315900" y="894000"/>
            <a:ext cx="2828100" cy="57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t>Source PF2E Feat Tree:</a:t>
            </a:r>
            <a:endParaRPr sz="800"/>
          </a:p>
          <a:p>
            <a:pPr indent="0" lvl="0" marL="0" rtl="0" algn="l">
              <a:spcBef>
                <a:spcPts val="0"/>
              </a:spcBef>
              <a:spcAft>
                <a:spcPts val="0"/>
              </a:spcAft>
              <a:buNone/>
            </a:pPr>
            <a:r>
              <a:rPr lang="en" sz="800" u="sng">
                <a:solidFill>
                  <a:srgbClr val="0097A7"/>
                </a:solidFill>
                <a:hlinkClick r:id="rId6">
                  <a:extLst>
                    <a:ext uri="{A12FA001-AC4F-418D-AE19-62706E023703}">
                      <ahyp:hlinkClr val="tx"/>
                    </a:ext>
                  </a:extLst>
                </a:hlinkClick>
              </a:rPr>
              <a:t>https://docs.google.com/presentation/d/1iOGhtrQnVb-h6U2FJzVAi93o5RBE0bdIriIvQl7k17g/edit?usp=sharing</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86" name="Google Shape;86;p15"/>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87" name="Google Shape;87;p15"/>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88" name="Google Shape;88;p15"/>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89" name="Google Shape;89;p15"/>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0" name="Google Shape;90;p15"/>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1" name="Google Shape;91;p15"/>
          <p:cNvSpPr/>
          <p:nvPr/>
        </p:nvSpPr>
        <p:spPr>
          <a:xfrm>
            <a:off x="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Alchemist Class Feat Tree</a:t>
            </a:r>
            <a:endParaRPr b="1" sz="2400"/>
          </a:p>
        </p:txBody>
      </p:sp>
      <p:sp>
        <p:nvSpPr>
          <p:cNvPr id="92" name="Google Shape;92;p15"/>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3" name="Google Shape;93;p15"/>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4" name="Google Shape;94;p15"/>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5" name="Google Shape;95;p15"/>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6" name="Google Shape;96;p15"/>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97" name="Google Shape;97;p15"/>
          <p:cNvSpPr txBox="1"/>
          <p:nvPr/>
        </p:nvSpPr>
        <p:spPr>
          <a:xfrm>
            <a:off x="8082249" y="4723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a:t>
            </a:r>
            <a:endParaRPr b="1" sz="800"/>
          </a:p>
          <a:p>
            <a:pPr indent="0" lvl="0" marL="0" rtl="0" algn="ctr">
              <a:spcBef>
                <a:spcPts val="0"/>
              </a:spcBef>
              <a:spcAft>
                <a:spcPts val="0"/>
              </a:spcAft>
              <a:buNone/>
            </a:pPr>
            <a:r>
              <a:rPr b="1" lang="en" sz="800"/>
              <a:t>Bomber</a:t>
            </a:r>
            <a:endParaRPr b="1" sz="800"/>
          </a:p>
        </p:txBody>
      </p:sp>
      <p:sp>
        <p:nvSpPr>
          <p:cNvPr id="98" name="Google Shape;98;p15"/>
          <p:cNvSpPr txBox="1"/>
          <p:nvPr/>
        </p:nvSpPr>
        <p:spPr>
          <a:xfrm>
            <a:off x="847948" y="4724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Alchemical</a:t>
            </a:r>
            <a:endParaRPr b="1" sz="800"/>
          </a:p>
          <a:p>
            <a:pPr indent="0" lvl="0" marL="0" rtl="0" algn="ctr">
              <a:spcBef>
                <a:spcPts val="0"/>
              </a:spcBef>
              <a:spcAft>
                <a:spcPts val="0"/>
              </a:spcAft>
              <a:buNone/>
            </a:pPr>
            <a:r>
              <a:rPr b="1" lang="en" sz="800"/>
              <a:t>Familiar</a:t>
            </a:r>
            <a:endParaRPr b="1" sz="800"/>
          </a:p>
        </p:txBody>
      </p:sp>
      <p:sp>
        <p:nvSpPr>
          <p:cNvPr id="99" name="Google Shape;99;p15"/>
          <p:cNvSpPr txBox="1"/>
          <p:nvPr/>
        </p:nvSpPr>
        <p:spPr>
          <a:xfrm>
            <a:off x="3271554"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Alchemical</a:t>
            </a:r>
            <a:endParaRPr b="1" sz="800"/>
          </a:p>
          <a:p>
            <a:pPr indent="0" lvl="0" marL="0" rtl="0" algn="ctr">
              <a:spcBef>
                <a:spcPts val="0"/>
              </a:spcBef>
              <a:spcAft>
                <a:spcPts val="0"/>
              </a:spcAft>
              <a:buNone/>
            </a:pPr>
            <a:r>
              <a:rPr b="1" lang="en" sz="800"/>
              <a:t>Savant</a:t>
            </a:r>
            <a:endParaRPr b="1" sz="800"/>
          </a:p>
        </p:txBody>
      </p:sp>
      <p:sp>
        <p:nvSpPr>
          <p:cNvPr id="100" name="Google Shape;100;p15"/>
          <p:cNvSpPr txBox="1"/>
          <p:nvPr/>
        </p:nvSpPr>
        <p:spPr>
          <a:xfrm>
            <a:off x="8080249" y="90102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Smoke</a:t>
            </a:r>
            <a:endParaRPr b="1" sz="800"/>
          </a:p>
          <a:p>
            <a:pPr indent="0" lvl="0" marL="0" rtl="0" algn="ctr">
              <a:spcBef>
                <a:spcPts val="0"/>
              </a:spcBef>
              <a:spcAft>
                <a:spcPts val="0"/>
              </a:spcAft>
              <a:buNone/>
            </a:pPr>
            <a:r>
              <a:rPr b="1" lang="en" sz="800"/>
              <a:t>Bomb</a:t>
            </a:r>
            <a:endParaRPr b="1" sz="800"/>
          </a:p>
        </p:txBody>
      </p:sp>
      <p:sp>
        <p:nvSpPr>
          <p:cNvPr id="101" name="Google Shape;101;p15"/>
          <p:cNvSpPr txBox="1"/>
          <p:nvPr/>
        </p:nvSpPr>
        <p:spPr>
          <a:xfrm>
            <a:off x="847948" y="9010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Poison</a:t>
            </a:r>
            <a:endParaRPr b="1" sz="800"/>
          </a:p>
          <a:p>
            <a:pPr indent="0" lvl="0" marL="0" rtl="0" algn="ctr">
              <a:spcBef>
                <a:spcPts val="0"/>
              </a:spcBef>
              <a:spcAft>
                <a:spcPts val="0"/>
              </a:spcAft>
              <a:buNone/>
            </a:pPr>
            <a:r>
              <a:rPr b="1" lang="en" sz="800"/>
              <a:t>Resistance</a:t>
            </a:r>
            <a:endParaRPr b="1" sz="800"/>
          </a:p>
        </p:txBody>
      </p:sp>
      <p:sp>
        <p:nvSpPr>
          <p:cNvPr id="102" name="Google Shape;102;p15"/>
          <p:cNvSpPr txBox="1"/>
          <p:nvPr/>
        </p:nvSpPr>
        <p:spPr>
          <a:xfrm>
            <a:off x="4468141" y="9010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Revivifying</a:t>
            </a:r>
            <a:endParaRPr b="1" sz="800"/>
          </a:p>
          <a:p>
            <a:pPr indent="0" lvl="0" marL="0" rtl="0" algn="ctr">
              <a:spcBef>
                <a:spcPts val="0"/>
              </a:spcBef>
              <a:spcAft>
                <a:spcPts val="0"/>
              </a:spcAft>
              <a:buNone/>
            </a:pPr>
            <a:r>
              <a:rPr b="1" lang="en" sz="800"/>
              <a:t>Mutagen</a:t>
            </a:r>
            <a:endParaRPr b="1" sz="800"/>
          </a:p>
        </p:txBody>
      </p:sp>
      <p:grpSp>
        <p:nvGrpSpPr>
          <p:cNvPr id="103" name="Google Shape;103;p15"/>
          <p:cNvGrpSpPr/>
          <p:nvPr/>
        </p:nvGrpSpPr>
        <p:grpSpPr>
          <a:xfrm>
            <a:off x="2755465" y="1329663"/>
            <a:ext cx="2004464" cy="339600"/>
            <a:chOff x="1888740" y="1329663"/>
            <a:chExt cx="2004464" cy="339600"/>
          </a:xfrm>
        </p:grpSpPr>
        <p:sp>
          <p:nvSpPr>
            <p:cNvPr id="104" name="Google Shape;104;p15"/>
            <p:cNvSpPr txBox="1"/>
            <p:nvPr/>
          </p:nvSpPr>
          <p:spPr>
            <a:xfrm>
              <a:off x="1888740"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Efficient</a:t>
              </a:r>
              <a:endParaRPr b="1" sz="800"/>
            </a:p>
            <a:p>
              <a:pPr indent="0" lvl="0" marL="0" rtl="0" algn="ctr">
                <a:spcBef>
                  <a:spcPts val="0"/>
                </a:spcBef>
                <a:spcAft>
                  <a:spcPts val="0"/>
                </a:spcAft>
                <a:buNone/>
              </a:pPr>
              <a:r>
                <a:rPr b="1" lang="en" sz="800"/>
                <a:t>Alchemy</a:t>
              </a:r>
              <a:endParaRPr b="1" sz="800"/>
            </a:p>
          </p:txBody>
        </p:sp>
        <p:sp>
          <p:nvSpPr>
            <p:cNvPr id="105" name="Google Shape;105;p15"/>
            <p:cNvSpPr txBox="1"/>
            <p:nvPr/>
          </p:nvSpPr>
          <p:spPr>
            <a:xfrm>
              <a:off x="2920904"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Enduring</a:t>
              </a:r>
              <a:endParaRPr b="1" sz="800"/>
            </a:p>
            <a:p>
              <a:pPr indent="0" lvl="0" marL="0" rtl="0" algn="ctr">
                <a:spcBef>
                  <a:spcPts val="0"/>
                </a:spcBef>
                <a:spcAft>
                  <a:spcPts val="0"/>
                </a:spcAft>
                <a:buNone/>
              </a:pPr>
              <a:r>
                <a:rPr b="1" lang="en" sz="800"/>
                <a:t>Alchemy</a:t>
              </a:r>
              <a:endParaRPr b="1" sz="800"/>
            </a:p>
          </p:txBody>
        </p:sp>
      </p:grpSp>
      <p:sp>
        <p:nvSpPr>
          <p:cNvPr id="106" name="Google Shape;106;p15"/>
          <p:cNvSpPr txBox="1"/>
          <p:nvPr/>
        </p:nvSpPr>
        <p:spPr>
          <a:xfrm>
            <a:off x="1642297" y="17582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Combine</a:t>
            </a:r>
            <a:endParaRPr b="1" sz="800"/>
          </a:p>
          <a:p>
            <a:pPr indent="0" lvl="0" marL="0" rtl="0" algn="ctr">
              <a:spcBef>
                <a:spcPts val="0"/>
              </a:spcBef>
              <a:spcAft>
                <a:spcPts val="0"/>
              </a:spcAft>
              <a:buNone/>
            </a:pPr>
            <a:r>
              <a:rPr b="1" lang="en" sz="800"/>
              <a:t>Elixirs</a:t>
            </a:r>
            <a:endParaRPr b="1" sz="800"/>
          </a:p>
        </p:txBody>
      </p:sp>
      <p:sp>
        <p:nvSpPr>
          <p:cNvPr id="107" name="Google Shape;107;p15"/>
          <p:cNvSpPr txBox="1"/>
          <p:nvPr/>
        </p:nvSpPr>
        <p:spPr>
          <a:xfrm>
            <a:off x="8082245" y="21869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Sticky</a:t>
            </a:r>
            <a:endParaRPr b="1" sz="800"/>
          </a:p>
          <a:p>
            <a:pPr indent="0" lvl="0" marL="0" rtl="0" algn="ctr">
              <a:spcBef>
                <a:spcPts val="0"/>
              </a:spcBef>
              <a:spcAft>
                <a:spcPts val="0"/>
              </a:spcAft>
              <a:buNone/>
            </a:pPr>
            <a:r>
              <a:rPr b="1" lang="en" sz="800"/>
              <a:t>Bomb</a:t>
            </a:r>
            <a:endParaRPr b="1" sz="800"/>
          </a:p>
        </p:txBody>
      </p:sp>
      <p:sp>
        <p:nvSpPr>
          <p:cNvPr id="108" name="Google Shape;108;p15"/>
          <p:cNvSpPr txBox="1"/>
          <p:nvPr/>
        </p:nvSpPr>
        <p:spPr>
          <a:xfrm>
            <a:off x="4468141"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Feral</a:t>
            </a:r>
            <a:endParaRPr b="1" sz="800"/>
          </a:p>
          <a:p>
            <a:pPr indent="0" lvl="0" marL="0" rtl="0" algn="ctr">
              <a:spcBef>
                <a:spcPts val="0"/>
              </a:spcBef>
              <a:spcAft>
                <a:spcPts val="0"/>
              </a:spcAft>
              <a:buNone/>
            </a:pPr>
            <a:r>
              <a:rPr b="1" lang="en" sz="800"/>
              <a:t>Mutagen</a:t>
            </a:r>
            <a:endParaRPr b="1" sz="800"/>
          </a:p>
        </p:txBody>
      </p:sp>
      <p:sp>
        <p:nvSpPr>
          <p:cNvPr id="109" name="Google Shape;109;p15"/>
          <p:cNvSpPr txBox="1"/>
          <p:nvPr/>
        </p:nvSpPr>
        <p:spPr>
          <a:xfrm>
            <a:off x="4468141" y="26155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Elastic</a:t>
            </a:r>
            <a:endParaRPr b="1" sz="800"/>
          </a:p>
          <a:p>
            <a:pPr indent="0" lvl="0" marL="0" rtl="0" algn="ctr">
              <a:spcBef>
                <a:spcPts val="0"/>
              </a:spcBef>
              <a:spcAft>
                <a:spcPts val="0"/>
              </a:spcAft>
              <a:buNone/>
            </a:pPr>
            <a:r>
              <a:rPr b="1" lang="en" sz="800"/>
              <a:t>Mutagen</a:t>
            </a:r>
            <a:endParaRPr b="1" sz="800"/>
          </a:p>
        </p:txBody>
      </p:sp>
      <p:grpSp>
        <p:nvGrpSpPr>
          <p:cNvPr id="110" name="Google Shape;110;p15"/>
          <p:cNvGrpSpPr/>
          <p:nvPr/>
        </p:nvGrpSpPr>
        <p:grpSpPr>
          <a:xfrm>
            <a:off x="6883031" y="466938"/>
            <a:ext cx="973300" cy="2911388"/>
            <a:chOff x="6016931" y="472388"/>
            <a:chExt cx="973300" cy="2911388"/>
          </a:xfrm>
        </p:grpSpPr>
        <p:sp>
          <p:nvSpPr>
            <p:cNvPr id="111" name="Google Shape;111;p15"/>
            <p:cNvSpPr txBox="1"/>
            <p:nvPr/>
          </p:nvSpPr>
          <p:spPr>
            <a:xfrm>
              <a:off x="6017931" y="4723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Far Lobber</a:t>
              </a:r>
              <a:endParaRPr b="1" sz="800"/>
            </a:p>
          </p:txBody>
        </p:sp>
        <p:sp>
          <p:nvSpPr>
            <p:cNvPr id="112" name="Google Shape;112;p15"/>
            <p:cNvSpPr txBox="1"/>
            <p:nvPr/>
          </p:nvSpPr>
          <p:spPr>
            <a:xfrm>
              <a:off x="6016931"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Uncanny</a:t>
              </a:r>
              <a:endParaRPr b="1" sz="800"/>
            </a:p>
            <a:p>
              <a:pPr indent="0" lvl="0" marL="0" rtl="0" algn="ctr">
                <a:spcBef>
                  <a:spcPts val="0"/>
                </a:spcBef>
                <a:spcAft>
                  <a:spcPts val="0"/>
                </a:spcAft>
                <a:buNone/>
              </a:pPr>
              <a:r>
                <a:rPr b="1" lang="en" sz="800"/>
                <a:t>Bombs</a:t>
              </a:r>
              <a:endParaRPr b="1" sz="800"/>
            </a:p>
          </p:txBody>
        </p:sp>
      </p:grpSp>
      <p:sp>
        <p:nvSpPr>
          <p:cNvPr id="113" name="Google Shape;113;p15"/>
          <p:cNvSpPr txBox="1"/>
          <p:nvPr/>
        </p:nvSpPr>
        <p:spPr>
          <a:xfrm>
            <a:off x="4468141"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Invincible</a:t>
            </a:r>
            <a:endParaRPr b="1" sz="800"/>
          </a:p>
          <a:p>
            <a:pPr indent="0" lvl="0" marL="0" rtl="0" algn="ctr">
              <a:spcBef>
                <a:spcPts val="0"/>
              </a:spcBef>
              <a:spcAft>
                <a:spcPts val="0"/>
              </a:spcAft>
              <a:buNone/>
            </a:pPr>
            <a:r>
              <a:rPr b="1" lang="en" sz="800"/>
              <a:t>Mutagen</a:t>
            </a:r>
            <a:endParaRPr b="1" sz="800"/>
          </a:p>
        </p:txBody>
      </p:sp>
      <p:sp>
        <p:nvSpPr>
          <p:cNvPr id="114" name="Google Shape;114;p15"/>
          <p:cNvSpPr txBox="1"/>
          <p:nvPr/>
        </p:nvSpPr>
        <p:spPr>
          <a:xfrm>
            <a:off x="4468141"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Glib Mutagen</a:t>
            </a:r>
            <a:endParaRPr b="1" sz="800"/>
          </a:p>
        </p:txBody>
      </p:sp>
      <p:grpSp>
        <p:nvGrpSpPr>
          <p:cNvPr id="115" name="Google Shape;115;p15"/>
          <p:cNvGrpSpPr/>
          <p:nvPr/>
        </p:nvGrpSpPr>
        <p:grpSpPr>
          <a:xfrm>
            <a:off x="1642299" y="2615570"/>
            <a:ext cx="972300" cy="1196863"/>
            <a:chOff x="8079249" y="2615545"/>
            <a:chExt cx="972300" cy="1196863"/>
          </a:xfrm>
        </p:grpSpPr>
        <p:sp>
          <p:nvSpPr>
            <p:cNvPr id="116" name="Google Shape;116;p15"/>
            <p:cNvSpPr txBox="1"/>
            <p:nvPr/>
          </p:nvSpPr>
          <p:spPr>
            <a:xfrm>
              <a:off x="8079249" y="26155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Merciful</a:t>
              </a:r>
              <a:endParaRPr b="1" sz="800"/>
            </a:p>
            <a:p>
              <a:pPr indent="0" lvl="0" marL="0" rtl="0" algn="ctr">
                <a:spcBef>
                  <a:spcPts val="0"/>
                </a:spcBef>
                <a:spcAft>
                  <a:spcPts val="0"/>
                </a:spcAft>
                <a:buNone/>
              </a:pPr>
              <a:r>
                <a:rPr b="1" lang="en" sz="800"/>
                <a:t>Elixir</a:t>
              </a:r>
              <a:endParaRPr b="1" sz="800"/>
            </a:p>
          </p:txBody>
        </p:sp>
        <p:sp>
          <p:nvSpPr>
            <p:cNvPr id="117" name="Google Shape;117;p15"/>
            <p:cNvSpPr txBox="1"/>
            <p:nvPr/>
          </p:nvSpPr>
          <p:spPr>
            <a:xfrm>
              <a:off x="8079249" y="347280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a:t>
              </a:r>
              <a:endParaRPr b="1" sz="800"/>
            </a:p>
            <a:p>
              <a:pPr indent="0" lvl="0" marL="0" rtl="0" algn="ctr">
                <a:spcBef>
                  <a:spcPts val="0"/>
                </a:spcBef>
                <a:spcAft>
                  <a:spcPts val="0"/>
                </a:spcAft>
                <a:buNone/>
              </a:pPr>
              <a:r>
                <a:rPr b="1" lang="en" sz="800"/>
                <a:t>Merciful Elixir</a:t>
              </a:r>
              <a:endParaRPr b="1" sz="800"/>
            </a:p>
          </p:txBody>
        </p:sp>
      </p:grpSp>
      <p:sp>
        <p:nvSpPr>
          <p:cNvPr id="118" name="Google Shape;118;p15"/>
          <p:cNvSpPr txBox="1"/>
          <p:nvPr/>
        </p:nvSpPr>
        <p:spPr>
          <a:xfrm>
            <a:off x="8082258"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Exploitive</a:t>
            </a:r>
            <a:endParaRPr b="1" sz="800"/>
          </a:p>
          <a:p>
            <a:pPr indent="0" lvl="0" marL="0" rtl="0" algn="ctr">
              <a:spcBef>
                <a:spcPts val="0"/>
              </a:spcBef>
              <a:spcAft>
                <a:spcPts val="0"/>
              </a:spcAft>
              <a:buNone/>
            </a:pPr>
            <a:r>
              <a:rPr b="1" lang="en" sz="800"/>
              <a:t>Bomb</a:t>
            </a:r>
            <a:endParaRPr b="1" sz="800"/>
          </a:p>
        </p:txBody>
      </p:sp>
      <p:sp>
        <p:nvSpPr>
          <p:cNvPr id="119" name="Google Shape;119;p15"/>
          <p:cNvSpPr txBox="1"/>
          <p:nvPr/>
        </p:nvSpPr>
        <p:spPr>
          <a:xfrm>
            <a:off x="2244522" y="30441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Extend Elixir</a:t>
            </a:r>
            <a:endParaRPr b="1" sz="800"/>
          </a:p>
        </p:txBody>
      </p:sp>
      <p:sp>
        <p:nvSpPr>
          <p:cNvPr id="120" name="Google Shape;120;p15"/>
          <p:cNvSpPr txBox="1"/>
          <p:nvPr/>
        </p:nvSpPr>
        <p:spPr>
          <a:xfrm>
            <a:off x="2244522"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Eternal Elixir</a:t>
            </a:r>
            <a:endParaRPr b="1" sz="800"/>
          </a:p>
        </p:txBody>
      </p:sp>
      <p:sp>
        <p:nvSpPr>
          <p:cNvPr id="121" name="Google Shape;121;p15"/>
          <p:cNvSpPr txBox="1"/>
          <p:nvPr/>
        </p:nvSpPr>
        <p:spPr>
          <a:xfrm>
            <a:off x="3271538" y="39014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Persistent</a:t>
            </a:r>
            <a:endParaRPr b="1" sz="800"/>
          </a:p>
          <a:p>
            <a:pPr indent="0" lvl="0" marL="0" rtl="0" algn="ctr">
              <a:spcBef>
                <a:spcPts val="0"/>
              </a:spcBef>
              <a:spcAft>
                <a:spcPts val="0"/>
              </a:spcAft>
              <a:buNone/>
            </a:pPr>
            <a:r>
              <a:rPr b="1" lang="en" sz="800"/>
              <a:t>Mutagen</a:t>
            </a:r>
            <a:endParaRPr b="1" sz="800"/>
          </a:p>
        </p:txBody>
      </p:sp>
      <p:grpSp>
        <p:nvGrpSpPr>
          <p:cNvPr id="122" name="Google Shape;122;p15"/>
          <p:cNvGrpSpPr/>
          <p:nvPr/>
        </p:nvGrpSpPr>
        <p:grpSpPr>
          <a:xfrm>
            <a:off x="5714979" y="1752850"/>
            <a:ext cx="1543951" cy="2916861"/>
            <a:chOff x="3378941" y="1758263"/>
            <a:chExt cx="1543951" cy="2916861"/>
          </a:xfrm>
        </p:grpSpPr>
        <p:sp>
          <p:nvSpPr>
            <p:cNvPr id="123" name="Google Shape;123;p15"/>
            <p:cNvSpPr txBox="1"/>
            <p:nvPr/>
          </p:nvSpPr>
          <p:spPr>
            <a:xfrm>
              <a:off x="3950592" y="17582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Debilitating</a:t>
              </a:r>
              <a:endParaRPr b="1" sz="800"/>
            </a:p>
            <a:p>
              <a:pPr indent="0" lvl="0" marL="0" rtl="0" algn="ctr">
                <a:spcBef>
                  <a:spcPts val="0"/>
                </a:spcBef>
                <a:spcAft>
                  <a:spcPts val="0"/>
                </a:spcAft>
                <a:buNone/>
              </a:pPr>
              <a:r>
                <a:rPr b="1" lang="en" sz="800"/>
                <a:t>Bomb</a:t>
              </a:r>
              <a:endParaRPr b="1" sz="800"/>
            </a:p>
          </p:txBody>
        </p:sp>
        <p:sp>
          <p:nvSpPr>
            <p:cNvPr id="124" name="Google Shape;124;p15"/>
            <p:cNvSpPr txBox="1"/>
            <p:nvPr/>
          </p:nvSpPr>
          <p:spPr>
            <a:xfrm>
              <a:off x="3950592" y="26155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a:t>
              </a:r>
              <a:endParaRPr b="1" sz="800"/>
            </a:p>
            <a:p>
              <a:pPr indent="0" lvl="0" marL="0" rtl="0" algn="ctr">
                <a:spcBef>
                  <a:spcPts val="0"/>
                </a:spcBef>
                <a:spcAft>
                  <a:spcPts val="0"/>
                </a:spcAft>
                <a:buNone/>
              </a:pPr>
              <a:r>
                <a:rPr b="1" lang="en" sz="800"/>
                <a:t>Debilitating Bomb</a:t>
              </a:r>
              <a:endParaRPr b="1" sz="800"/>
            </a:p>
          </p:txBody>
        </p:sp>
        <p:sp>
          <p:nvSpPr>
            <p:cNvPr id="125" name="Google Shape;125;p15"/>
            <p:cNvSpPr txBox="1"/>
            <p:nvPr/>
          </p:nvSpPr>
          <p:spPr>
            <a:xfrm>
              <a:off x="3950592" y="34727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True</a:t>
              </a:r>
              <a:endParaRPr b="1" sz="800"/>
            </a:p>
            <a:p>
              <a:pPr indent="0" lvl="0" marL="0" rtl="0" algn="ctr">
                <a:spcBef>
                  <a:spcPts val="0"/>
                </a:spcBef>
                <a:spcAft>
                  <a:spcPts val="0"/>
                </a:spcAft>
                <a:buNone/>
              </a:pPr>
              <a:r>
                <a:rPr b="1" lang="en" sz="800"/>
                <a:t>Debilitating Bomb</a:t>
              </a:r>
              <a:endParaRPr b="1" sz="800"/>
            </a:p>
          </p:txBody>
        </p:sp>
        <p:sp>
          <p:nvSpPr>
            <p:cNvPr id="126" name="Google Shape;126;p15"/>
            <p:cNvSpPr txBox="1"/>
            <p:nvPr/>
          </p:nvSpPr>
          <p:spPr>
            <a:xfrm>
              <a:off x="3378941" y="43355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Perfect</a:t>
              </a:r>
              <a:endParaRPr b="1" sz="800"/>
            </a:p>
            <a:p>
              <a:pPr indent="0" lvl="0" marL="0" rtl="0" algn="ctr">
                <a:spcBef>
                  <a:spcPts val="0"/>
                </a:spcBef>
                <a:spcAft>
                  <a:spcPts val="0"/>
                </a:spcAft>
                <a:buNone/>
              </a:pPr>
              <a:r>
                <a:rPr b="1" lang="en" sz="800"/>
                <a:t>Debilitating Bomb</a:t>
              </a:r>
              <a:endParaRPr b="1" sz="800"/>
            </a:p>
          </p:txBody>
        </p:sp>
      </p:grpSp>
      <p:sp>
        <p:nvSpPr>
          <p:cNvPr id="127" name="Google Shape;127;p15"/>
          <p:cNvSpPr txBox="1"/>
          <p:nvPr/>
        </p:nvSpPr>
        <p:spPr>
          <a:xfrm>
            <a:off x="847948" y="43300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Miracle Worker</a:t>
            </a:r>
            <a:endParaRPr b="1" sz="800"/>
          </a:p>
        </p:txBody>
      </p:sp>
      <p:sp>
        <p:nvSpPr>
          <p:cNvPr id="128" name="Google Shape;128;p15"/>
          <p:cNvSpPr txBox="1"/>
          <p:nvPr/>
        </p:nvSpPr>
        <p:spPr>
          <a:xfrm>
            <a:off x="2244522" y="43300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Improbable</a:t>
            </a:r>
            <a:endParaRPr b="1" sz="800"/>
          </a:p>
          <a:p>
            <a:pPr indent="0" lvl="0" marL="0" rtl="0" algn="ctr">
              <a:spcBef>
                <a:spcPts val="0"/>
              </a:spcBef>
              <a:spcAft>
                <a:spcPts val="0"/>
              </a:spcAft>
              <a:buNone/>
            </a:pPr>
            <a:r>
              <a:rPr b="1" lang="en" sz="800"/>
              <a:t>Elixir</a:t>
            </a:r>
            <a:endParaRPr b="1" sz="800"/>
          </a:p>
        </p:txBody>
      </p:sp>
      <p:sp>
        <p:nvSpPr>
          <p:cNvPr id="129" name="Google Shape;129;p15"/>
          <p:cNvSpPr txBox="1"/>
          <p:nvPr/>
        </p:nvSpPr>
        <p:spPr>
          <a:xfrm>
            <a:off x="4468141" y="43301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Mindblank</a:t>
            </a:r>
            <a:endParaRPr b="1" sz="800"/>
          </a:p>
          <a:p>
            <a:pPr indent="0" lvl="0" marL="0" rtl="0" algn="ctr">
              <a:spcBef>
                <a:spcPts val="0"/>
              </a:spcBef>
              <a:spcAft>
                <a:spcPts val="0"/>
              </a:spcAft>
              <a:buNone/>
            </a:pPr>
            <a:r>
              <a:rPr b="1" lang="en" sz="800"/>
              <a:t>Mutagen</a:t>
            </a:r>
            <a:endParaRPr b="1" sz="800"/>
          </a:p>
        </p:txBody>
      </p:sp>
      <p:sp>
        <p:nvSpPr>
          <p:cNvPr id="130" name="Google Shape;130;p15"/>
          <p:cNvSpPr txBox="1"/>
          <p:nvPr/>
        </p:nvSpPr>
        <p:spPr>
          <a:xfrm>
            <a:off x="847948" y="47586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Craft Philosopher's Stone</a:t>
            </a:r>
            <a:endParaRPr b="1" sz="800"/>
          </a:p>
        </p:txBody>
      </p:sp>
      <p:sp>
        <p:nvSpPr>
          <p:cNvPr id="131" name="Google Shape;131;p15"/>
          <p:cNvSpPr txBox="1"/>
          <p:nvPr/>
        </p:nvSpPr>
        <p:spPr>
          <a:xfrm>
            <a:off x="4468161" y="47587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Perfect</a:t>
            </a:r>
            <a:endParaRPr b="1" sz="800"/>
          </a:p>
          <a:p>
            <a:pPr indent="0" lvl="0" marL="0" rtl="0" algn="ctr">
              <a:spcBef>
                <a:spcPts val="0"/>
              </a:spcBef>
              <a:spcAft>
                <a:spcPts val="0"/>
              </a:spcAft>
              <a:buNone/>
            </a:pPr>
            <a:r>
              <a:rPr b="1" lang="en" sz="800"/>
              <a:t>Mutagen</a:t>
            </a:r>
            <a:endParaRPr b="1" sz="800"/>
          </a:p>
        </p:txBody>
      </p:sp>
      <p:grpSp>
        <p:nvGrpSpPr>
          <p:cNvPr id="132" name="Google Shape;132;p15"/>
          <p:cNvGrpSpPr/>
          <p:nvPr/>
        </p:nvGrpSpPr>
        <p:grpSpPr>
          <a:xfrm>
            <a:off x="7481525" y="1335099"/>
            <a:ext cx="972300" cy="3768663"/>
            <a:chOff x="855575" y="1329674"/>
            <a:chExt cx="972300" cy="3768663"/>
          </a:xfrm>
        </p:grpSpPr>
        <p:sp>
          <p:nvSpPr>
            <p:cNvPr id="133" name="Google Shape;133;p15"/>
            <p:cNvSpPr txBox="1"/>
            <p:nvPr/>
          </p:nvSpPr>
          <p:spPr>
            <a:xfrm>
              <a:off x="855575"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Calculated</a:t>
              </a:r>
              <a:endParaRPr b="1" sz="800"/>
            </a:p>
            <a:p>
              <a:pPr indent="0" lvl="0" marL="0" rtl="0" algn="ctr">
                <a:spcBef>
                  <a:spcPts val="0"/>
                </a:spcBef>
                <a:spcAft>
                  <a:spcPts val="0"/>
                </a:spcAft>
                <a:buNone/>
              </a:pPr>
              <a:r>
                <a:rPr b="1" lang="en" sz="800"/>
                <a:t>Splash</a:t>
              </a:r>
              <a:endParaRPr b="1" sz="800"/>
            </a:p>
          </p:txBody>
        </p:sp>
        <p:sp>
          <p:nvSpPr>
            <p:cNvPr id="134" name="Google Shape;134;p15"/>
            <p:cNvSpPr txBox="1"/>
            <p:nvPr/>
          </p:nvSpPr>
          <p:spPr>
            <a:xfrm>
              <a:off x="855575" y="26155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Expanded</a:t>
              </a:r>
              <a:endParaRPr b="1" sz="800"/>
            </a:p>
            <a:p>
              <a:pPr indent="0" lvl="0" marL="0" rtl="0" algn="ctr">
                <a:spcBef>
                  <a:spcPts val="0"/>
                </a:spcBef>
                <a:spcAft>
                  <a:spcPts val="0"/>
                </a:spcAft>
                <a:buNone/>
              </a:pPr>
              <a:r>
                <a:rPr b="1" lang="en" sz="800"/>
                <a:t>Splash</a:t>
              </a:r>
              <a:endParaRPr b="1" sz="800"/>
            </a:p>
          </p:txBody>
        </p:sp>
        <p:sp>
          <p:nvSpPr>
            <p:cNvPr id="135" name="Google Shape;135;p15"/>
            <p:cNvSpPr txBox="1"/>
            <p:nvPr/>
          </p:nvSpPr>
          <p:spPr>
            <a:xfrm>
              <a:off x="855575" y="47587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Mega</a:t>
              </a:r>
              <a:endParaRPr b="1" sz="800"/>
            </a:p>
            <a:p>
              <a:pPr indent="0" lvl="0" marL="0" rtl="0" algn="ctr">
                <a:spcBef>
                  <a:spcPts val="0"/>
                </a:spcBef>
                <a:spcAft>
                  <a:spcPts val="0"/>
                </a:spcAft>
                <a:buNone/>
              </a:pPr>
              <a:r>
                <a:rPr b="1" lang="en" sz="800"/>
                <a:t>Bomb</a:t>
              </a:r>
              <a:endParaRPr b="1" sz="800"/>
            </a:p>
          </p:txBody>
        </p:sp>
      </p:grpSp>
      <p:cxnSp>
        <p:nvCxnSpPr>
          <p:cNvPr id="136" name="Google Shape;136;p15"/>
          <p:cNvCxnSpPr>
            <a:stCxn id="111" idx="2"/>
            <a:endCxn id="112" idx="0"/>
          </p:cNvCxnSpPr>
          <p:nvPr/>
        </p:nvCxnSpPr>
        <p:spPr>
          <a:xfrm rot="5400000">
            <a:off x="6253581" y="1922238"/>
            <a:ext cx="2232300" cy="900"/>
          </a:xfrm>
          <a:prstGeom prst="bentConnector3">
            <a:avLst>
              <a:gd fmla="val 49997" name="adj1"/>
            </a:avLst>
          </a:prstGeom>
          <a:noFill/>
          <a:ln cap="flat" cmpd="sng" w="19050">
            <a:solidFill>
              <a:srgbClr val="000000"/>
            </a:solidFill>
            <a:prstDash val="solid"/>
            <a:round/>
            <a:headEnd len="med" w="med" type="none"/>
            <a:tailEnd len="med" w="med" type="triangle"/>
          </a:ln>
        </p:spPr>
      </p:cxnSp>
      <p:cxnSp>
        <p:nvCxnSpPr>
          <p:cNvPr id="137" name="Google Shape;137;p15"/>
          <p:cNvCxnSpPr>
            <a:stCxn id="133" idx="2"/>
            <a:endCxn id="134" idx="0"/>
          </p:cNvCxnSpPr>
          <p:nvPr/>
        </p:nvCxnSpPr>
        <p:spPr>
          <a:xfrm flipH="1" rot="-5400000">
            <a:off x="7494875" y="2147499"/>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38" name="Google Shape;138;p15"/>
          <p:cNvCxnSpPr>
            <a:stCxn id="123" idx="2"/>
            <a:endCxn id="124" idx="0"/>
          </p:cNvCxnSpPr>
          <p:nvPr/>
        </p:nvCxnSpPr>
        <p:spPr>
          <a:xfrm flipH="1" rot="-5400000">
            <a:off x="6514179" y="2351050"/>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139" name="Google Shape;139;p15"/>
          <p:cNvCxnSpPr>
            <a:stCxn id="124" idx="2"/>
            <a:endCxn id="125" idx="0"/>
          </p:cNvCxnSpPr>
          <p:nvPr/>
        </p:nvCxnSpPr>
        <p:spPr>
          <a:xfrm flipH="1" rot="-5400000">
            <a:off x="6514179" y="3208313"/>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140" name="Google Shape;140;p15"/>
          <p:cNvCxnSpPr>
            <a:stCxn id="123" idx="1"/>
            <a:endCxn id="126" idx="0"/>
          </p:cNvCxnSpPr>
          <p:nvPr/>
        </p:nvCxnSpPr>
        <p:spPr>
          <a:xfrm flipH="1">
            <a:off x="6201129" y="1922650"/>
            <a:ext cx="85500" cy="2407500"/>
          </a:xfrm>
          <a:prstGeom prst="bentConnector2">
            <a:avLst/>
          </a:prstGeom>
          <a:noFill/>
          <a:ln cap="flat" cmpd="sng" w="19050">
            <a:solidFill>
              <a:srgbClr val="000000"/>
            </a:solidFill>
            <a:prstDash val="solid"/>
            <a:round/>
            <a:headEnd len="med" w="med" type="none"/>
            <a:tailEnd len="med" w="med" type="triangle"/>
          </a:ln>
        </p:spPr>
      </p:cxnSp>
      <p:cxnSp>
        <p:nvCxnSpPr>
          <p:cNvPr id="141" name="Google Shape;141;p15"/>
          <p:cNvCxnSpPr>
            <a:stCxn id="116" idx="2"/>
            <a:endCxn id="117" idx="0"/>
          </p:cNvCxnSpPr>
          <p:nvPr/>
        </p:nvCxnSpPr>
        <p:spPr>
          <a:xfrm flipH="1" rot="-5400000">
            <a:off x="1869849" y="3213770"/>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142" name="Google Shape;142;p15"/>
          <p:cNvCxnSpPr>
            <a:stCxn id="119" idx="2"/>
            <a:endCxn id="120" idx="0"/>
          </p:cNvCxnSpPr>
          <p:nvPr/>
        </p:nvCxnSpPr>
        <p:spPr>
          <a:xfrm flipH="1" rot="-5400000">
            <a:off x="2472072" y="3642388"/>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143" name="Google Shape;143;p15"/>
          <p:cNvCxnSpPr>
            <a:stCxn id="119" idx="3"/>
            <a:endCxn id="121" idx="0"/>
          </p:cNvCxnSpPr>
          <p:nvPr/>
        </p:nvCxnSpPr>
        <p:spPr>
          <a:xfrm>
            <a:off x="3216822" y="3213988"/>
            <a:ext cx="540900" cy="687600"/>
          </a:xfrm>
          <a:prstGeom prst="bentConnector2">
            <a:avLst/>
          </a:prstGeom>
          <a:noFill/>
          <a:ln cap="flat" cmpd="sng" w="19050">
            <a:solidFill>
              <a:srgbClr val="000000"/>
            </a:solidFill>
            <a:prstDash val="solid"/>
            <a:round/>
            <a:headEnd len="med" w="med" type="none"/>
            <a:tailEnd len="med" w="med" type="triangle"/>
          </a:ln>
        </p:spPr>
      </p:cxnSp>
      <p:sp>
        <p:nvSpPr>
          <p:cNvPr id="144" name="Google Shape;144;p15"/>
          <p:cNvSpPr txBox="1"/>
          <p:nvPr/>
        </p:nvSpPr>
        <p:spPr>
          <a:xfrm>
            <a:off x="4468141"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Genius</a:t>
            </a:r>
            <a:endParaRPr b="1" sz="800"/>
          </a:p>
          <a:p>
            <a:pPr indent="0" lvl="0" marL="0" rtl="0" algn="ctr">
              <a:spcBef>
                <a:spcPts val="0"/>
              </a:spcBef>
              <a:spcAft>
                <a:spcPts val="0"/>
              </a:spcAft>
              <a:buNone/>
            </a:pPr>
            <a:r>
              <a:rPr b="1" lang="en" sz="800"/>
              <a:t>Mutagen</a:t>
            </a:r>
            <a:endParaRPr b="1" sz="800"/>
          </a:p>
        </p:txBody>
      </p:sp>
      <p:cxnSp>
        <p:nvCxnSpPr>
          <p:cNvPr id="145" name="Google Shape;145;p15"/>
          <p:cNvCxnSpPr>
            <a:stCxn id="134" idx="2"/>
            <a:endCxn id="135" idx="0"/>
          </p:cNvCxnSpPr>
          <p:nvPr/>
        </p:nvCxnSpPr>
        <p:spPr>
          <a:xfrm flipH="1" rot="-5400000">
            <a:off x="7066175" y="3862086"/>
            <a:ext cx="1803600" cy="600"/>
          </a:xfrm>
          <a:prstGeom prst="bentConnector3">
            <a:avLst>
              <a:gd fmla="val 49999" name="adj1"/>
            </a:avLst>
          </a:prstGeom>
          <a:noFill/>
          <a:ln cap="flat" cmpd="sng" w="19050">
            <a:solidFill>
              <a:srgbClr val="000000"/>
            </a:solidFill>
            <a:prstDash val="solid"/>
            <a:round/>
            <a:headEnd len="med" w="med" type="none"/>
            <a:tailEnd len="med" w="med" type="triangle"/>
          </a:ln>
        </p:spPr>
      </p:cxnSp>
      <p:pic>
        <p:nvPicPr>
          <p:cNvPr id="146" name="Google Shape;146;p15"/>
          <p:cNvPicPr preferRelativeResize="0"/>
          <p:nvPr/>
        </p:nvPicPr>
        <p:blipFill>
          <a:blip r:embed="rId3">
            <a:alphaModFix/>
          </a:blip>
          <a:stretch>
            <a:fillRect/>
          </a:stretch>
        </p:blipFill>
        <p:spPr>
          <a:xfrm>
            <a:off x="7048865" y="1752849"/>
            <a:ext cx="209060" cy="186325"/>
          </a:xfrm>
          <a:prstGeom prst="rect">
            <a:avLst/>
          </a:prstGeom>
          <a:noFill/>
          <a:ln cap="flat" cmpd="sng" w="9525">
            <a:solidFill>
              <a:srgbClr val="000000"/>
            </a:solidFill>
            <a:prstDash val="solid"/>
            <a:round/>
            <a:headEnd len="sm" w="sm" type="none"/>
            <a:tailEnd len="sm" w="sm" type="none"/>
          </a:ln>
        </p:spPr>
      </p:pic>
      <p:pic>
        <p:nvPicPr>
          <p:cNvPr id="147" name="Google Shape;147;p15"/>
          <p:cNvPicPr preferRelativeResize="0"/>
          <p:nvPr/>
        </p:nvPicPr>
        <p:blipFill>
          <a:blip r:embed="rId3">
            <a:alphaModFix/>
          </a:blip>
          <a:stretch>
            <a:fillRect/>
          </a:stretch>
        </p:blipFill>
        <p:spPr>
          <a:xfrm>
            <a:off x="2405540" y="1758299"/>
            <a:ext cx="209060" cy="186325"/>
          </a:xfrm>
          <a:prstGeom prst="rect">
            <a:avLst/>
          </a:prstGeom>
          <a:noFill/>
          <a:ln cap="flat" cmpd="sng" w="9525">
            <a:solidFill>
              <a:srgbClr val="000000"/>
            </a:solidFill>
            <a:prstDash val="solid"/>
            <a:round/>
            <a:headEnd len="sm" w="sm" type="none"/>
            <a:tailEnd len="sm" w="sm" type="none"/>
          </a:ln>
        </p:spPr>
      </p:pic>
      <p:pic>
        <p:nvPicPr>
          <p:cNvPr id="148" name="Google Shape;148;p15"/>
          <p:cNvPicPr preferRelativeResize="0"/>
          <p:nvPr/>
        </p:nvPicPr>
        <p:blipFill>
          <a:blip r:embed="rId4">
            <a:alphaModFix/>
          </a:blip>
          <a:stretch>
            <a:fillRect/>
          </a:stretch>
        </p:blipFill>
        <p:spPr>
          <a:xfrm>
            <a:off x="8872844" y="472388"/>
            <a:ext cx="181700" cy="176775"/>
          </a:xfrm>
          <a:prstGeom prst="rect">
            <a:avLst/>
          </a:prstGeom>
          <a:noFill/>
          <a:ln cap="flat" cmpd="sng" w="9525">
            <a:solidFill>
              <a:srgbClr val="000000"/>
            </a:solidFill>
            <a:prstDash val="solid"/>
            <a:round/>
            <a:headEnd len="sm" w="sm" type="none"/>
            <a:tailEnd len="sm" w="sm" type="none"/>
          </a:ln>
        </p:spPr>
      </p:pic>
      <p:pic>
        <p:nvPicPr>
          <p:cNvPr id="149" name="Google Shape;149;p15"/>
          <p:cNvPicPr preferRelativeResize="0"/>
          <p:nvPr/>
        </p:nvPicPr>
        <p:blipFill>
          <a:blip r:embed="rId3">
            <a:alphaModFix/>
          </a:blip>
          <a:stretch>
            <a:fillRect/>
          </a:stretch>
        </p:blipFill>
        <p:spPr>
          <a:xfrm>
            <a:off x="8843490" y="901049"/>
            <a:ext cx="209060" cy="186325"/>
          </a:xfrm>
          <a:prstGeom prst="rect">
            <a:avLst/>
          </a:prstGeom>
          <a:noFill/>
          <a:ln cap="flat" cmpd="sng" w="9525">
            <a:solidFill>
              <a:srgbClr val="000000"/>
            </a:solidFill>
            <a:prstDash val="solid"/>
            <a:round/>
            <a:headEnd len="sm" w="sm" type="none"/>
            <a:tailEnd len="sm" w="sm" type="none"/>
          </a:ln>
        </p:spPr>
      </p:pic>
      <p:pic>
        <p:nvPicPr>
          <p:cNvPr id="150" name="Google Shape;150;p15"/>
          <p:cNvPicPr preferRelativeResize="0"/>
          <p:nvPr/>
        </p:nvPicPr>
        <p:blipFill>
          <a:blip r:embed="rId4">
            <a:alphaModFix/>
          </a:blip>
          <a:stretch>
            <a:fillRect/>
          </a:stretch>
        </p:blipFill>
        <p:spPr>
          <a:xfrm>
            <a:off x="8272119" y="4764163"/>
            <a:ext cx="181700" cy="176775"/>
          </a:xfrm>
          <a:prstGeom prst="rect">
            <a:avLst/>
          </a:prstGeom>
          <a:noFill/>
          <a:ln cap="flat" cmpd="sng" w="9525">
            <a:solidFill>
              <a:srgbClr val="000000"/>
            </a:solidFill>
            <a:prstDash val="solid"/>
            <a:round/>
            <a:headEnd len="sm" w="sm" type="none"/>
            <a:tailEnd len="sm" w="sm" type="none"/>
          </a:ln>
        </p:spPr>
      </p:pic>
      <p:pic>
        <p:nvPicPr>
          <p:cNvPr id="151" name="Google Shape;151;p15"/>
          <p:cNvPicPr preferRelativeResize="0"/>
          <p:nvPr/>
        </p:nvPicPr>
        <p:blipFill>
          <a:blip r:embed="rId3">
            <a:alphaModFix/>
          </a:blip>
          <a:stretch>
            <a:fillRect/>
          </a:stretch>
        </p:blipFill>
        <p:spPr>
          <a:xfrm>
            <a:off x="8843490" y="3901499"/>
            <a:ext cx="209060" cy="186325"/>
          </a:xfrm>
          <a:prstGeom prst="rect">
            <a:avLst/>
          </a:prstGeom>
          <a:noFill/>
          <a:ln cap="flat" cmpd="sng" w="9525">
            <a:solidFill>
              <a:srgbClr val="000000"/>
            </a:solidFill>
            <a:prstDash val="solid"/>
            <a:round/>
            <a:headEnd len="sm" w="sm" type="none"/>
            <a:tailEnd len="sm" w="sm" type="none"/>
          </a:ln>
        </p:spPr>
      </p:pic>
      <p:pic>
        <p:nvPicPr>
          <p:cNvPr id="152" name="Google Shape;152;p15"/>
          <p:cNvPicPr preferRelativeResize="0"/>
          <p:nvPr/>
        </p:nvPicPr>
        <p:blipFill>
          <a:blip r:embed="rId3">
            <a:alphaModFix/>
          </a:blip>
          <a:stretch>
            <a:fillRect/>
          </a:stretch>
        </p:blipFill>
        <p:spPr>
          <a:xfrm>
            <a:off x="2405540" y="2615562"/>
            <a:ext cx="209060" cy="186325"/>
          </a:xfrm>
          <a:prstGeom prst="rect">
            <a:avLst/>
          </a:prstGeom>
          <a:noFill/>
          <a:ln cap="flat" cmpd="sng" w="9525">
            <a:solidFill>
              <a:srgbClr val="000000"/>
            </a:solidFill>
            <a:prstDash val="solid"/>
            <a:round/>
            <a:headEnd len="sm" w="sm" type="none"/>
            <a:tailEnd len="sm" w="sm" type="none"/>
          </a:ln>
        </p:spPr>
      </p:pic>
      <p:pic>
        <p:nvPicPr>
          <p:cNvPr id="153" name="Google Shape;153;p15"/>
          <p:cNvPicPr preferRelativeResize="0"/>
          <p:nvPr/>
        </p:nvPicPr>
        <p:blipFill>
          <a:blip r:embed="rId3">
            <a:alphaModFix/>
          </a:blip>
          <a:stretch>
            <a:fillRect/>
          </a:stretch>
        </p:blipFill>
        <p:spPr>
          <a:xfrm>
            <a:off x="8843490" y="2186949"/>
            <a:ext cx="209060" cy="186325"/>
          </a:xfrm>
          <a:prstGeom prst="rect">
            <a:avLst/>
          </a:prstGeom>
          <a:noFill/>
          <a:ln cap="flat" cmpd="sng" w="9525">
            <a:solidFill>
              <a:srgbClr val="000000"/>
            </a:solidFill>
            <a:prstDash val="solid"/>
            <a:round/>
            <a:headEnd len="sm" w="sm" type="none"/>
            <a:tailEnd len="sm" w="sm" type="none"/>
          </a:ln>
        </p:spPr>
      </p:pic>
      <p:grpSp>
        <p:nvGrpSpPr>
          <p:cNvPr id="154" name="Google Shape;154;p15"/>
          <p:cNvGrpSpPr/>
          <p:nvPr/>
        </p:nvGrpSpPr>
        <p:grpSpPr>
          <a:xfrm>
            <a:off x="3272566" y="2186924"/>
            <a:ext cx="972304" cy="768251"/>
            <a:chOff x="3272566" y="2186924"/>
            <a:chExt cx="972304" cy="768251"/>
          </a:xfrm>
        </p:grpSpPr>
        <p:sp>
          <p:nvSpPr>
            <p:cNvPr id="155" name="Google Shape;155;p15"/>
            <p:cNvSpPr txBox="1"/>
            <p:nvPr/>
          </p:nvSpPr>
          <p:spPr>
            <a:xfrm>
              <a:off x="3272570" y="26155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Potent</a:t>
              </a:r>
              <a:endParaRPr b="1" sz="800"/>
            </a:p>
            <a:p>
              <a:pPr indent="0" lvl="0" marL="0" rtl="0" algn="ctr">
                <a:spcBef>
                  <a:spcPts val="0"/>
                </a:spcBef>
                <a:spcAft>
                  <a:spcPts val="0"/>
                </a:spcAft>
                <a:buNone/>
              </a:pPr>
              <a:r>
                <a:rPr b="1" lang="en" sz="800"/>
                <a:t>Poisoner</a:t>
              </a:r>
              <a:endParaRPr b="1" sz="800"/>
            </a:p>
          </p:txBody>
        </p:sp>
        <p:cxnSp>
          <p:nvCxnSpPr>
            <p:cNvPr id="156" name="Google Shape;156;p15"/>
            <p:cNvCxnSpPr/>
            <p:nvPr/>
          </p:nvCxnSpPr>
          <p:spPr>
            <a:xfrm flipH="1" rot="-5400000">
              <a:off x="3724083" y="2510275"/>
              <a:ext cx="89100" cy="600"/>
            </a:xfrm>
            <a:prstGeom prst="bentConnector3">
              <a:avLst>
                <a:gd fmla="val 50000" name="adj1"/>
              </a:avLst>
            </a:prstGeom>
            <a:noFill/>
            <a:ln cap="flat" cmpd="sng" w="19050">
              <a:solidFill>
                <a:srgbClr val="000000"/>
              </a:solidFill>
              <a:prstDash val="solid"/>
              <a:round/>
              <a:headEnd len="med" w="med" type="none"/>
              <a:tailEnd len="med" w="med" type="triangle"/>
            </a:ln>
          </p:spPr>
        </p:cxnSp>
        <p:sp>
          <p:nvSpPr>
            <p:cNvPr id="157" name="Google Shape;157;p15"/>
            <p:cNvSpPr txBox="1"/>
            <p:nvPr/>
          </p:nvSpPr>
          <p:spPr>
            <a:xfrm>
              <a:off x="3272566" y="21869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Powerful</a:t>
              </a:r>
              <a:endParaRPr b="1" sz="800"/>
            </a:p>
            <a:p>
              <a:pPr indent="0" lvl="0" marL="0" rtl="0" algn="ctr">
                <a:spcBef>
                  <a:spcPts val="0"/>
                </a:spcBef>
                <a:spcAft>
                  <a:spcPts val="0"/>
                </a:spcAft>
                <a:buNone/>
              </a:pPr>
              <a:r>
                <a:rPr b="1" lang="en" sz="800"/>
                <a:t>Alchemy</a:t>
              </a:r>
              <a:endParaRPr b="1" sz="800"/>
            </a:p>
          </p:txBody>
        </p:sp>
      </p:grpSp>
      <p:grpSp>
        <p:nvGrpSpPr>
          <p:cNvPr id="158" name="Google Shape;158;p15"/>
          <p:cNvGrpSpPr/>
          <p:nvPr/>
        </p:nvGrpSpPr>
        <p:grpSpPr>
          <a:xfrm>
            <a:off x="6883025" y="3959074"/>
            <a:ext cx="786600" cy="626700"/>
            <a:chOff x="8098450" y="3274874"/>
            <a:chExt cx="786600" cy="626700"/>
          </a:xfrm>
        </p:grpSpPr>
        <p:sp>
          <p:nvSpPr>
            <p:cNvPr id="159" name="Google Shape;159;p15"/>
            <p:cNvSpPr/>
            <p:nvPr/>
          </p:nvSpPr>
          <p:spPr>
            <a:xfrm>
              <a:off x="8098450" y="3274874"/>
              <a:ext cx="786600" cy="6267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cxnSp>
          <p:nvCxnSpPr>
            <p:cNvPr id="160" name="Google Shape;160;p15"/>
            <p:cNvCxnSpPr/>
            <p:nvPr/>
          </p:nvCxnSpPr>
          <p:spPr>
            <a:xfrm rot="10800000">
              <a:off x="8261971" y="357055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161" name="Google Shape;161;p15"/>
            <p:cNvSpPr txBox="1"/>
            <p:nvPr/>
          </p:nvSpPr>
          <p:spPr>
            <a:xfrm>
              <a:off x="8269762" y="343229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nvGrpSpPr>
            <p:cNvPr id="162" name="Google Shape;162;p15"/>
            <p:cNvGrpSpPr/>
            <p:nvPr/>
          </p:nvGrpSpPr>
          <p:grpSpPr>
            <a:xfrm>
              <a:off x="8171566" y="3696525"/>
              <a:ext cx="640406" cy="150900"/>
              <a:chOff x="6248679" y="4159125"/>
              <a:chExt cx="640406" cy="150900"/>
            </a:xfrm>
          </p:grpSpPr>
          <p:sp>
            <p:nvSpPr>
              <p:cNvPr id="163" name="Google Shape;163;p15"/>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64" name="Google Shape;164;p15"/>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65" name="Google Shape;165;p15"/>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66" name="Google Shape;166;p15"/>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67" name="Google Shape;167;p15"/>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168" name="Google Shape;168;p15"/>
          <p:cNvSpPr/>
          <p:nvPr/>
        </p:nvSpPr>
        <p:spPr>
          <a:xfrm>
            <a:off x="4120307" y="355244"/>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C</a:t>
            </a:r>
            <a:endParaRPr sz="600"/>
          </a:p>
        </p:txBody>
      </p:sp>
      <p:sp>
        <p:nvSpPr>
          <p:cNvPr id="169" name="Google Shape;169;p15"/>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170" name="Google Shape;170;p15"/>
          <p:cNvSpPr/>
          <p:nvPr/>
        </p:nvSpPr>
        <p:spPr>
          <a:xfrm>
            <a:off x="9025" y="42799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71" name="Google Shape;171;p15"/>
          <p:cNvSpPr/>
          <p:nvPr/>
        </p:nvSpPr>
        <p:spPr>
          <a:xfrm>
            <a:off x="9025" y="85662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72" name="Google Shape;172;p15"/>
          <p:cNvSpPr/>
          <p:nvPr/>
        </p:nvSpPr>
        <p:spPr>
          <a:xfrm>
            <a:off x="9025" y="128525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73" name="Google Shape;173;p15"/>
          <p:cNvSpPr/>
          <p:nvPr/>
        </p:nvSpPr>
        <p:spPr>
          <a:xfrm>
            <a:off x="9025" y="1713889"/>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74" name="Google Shape;174;p15"/>
          <p:cNvSpPr/>
          <p:nvPr/>
        </p:nvSpPr>
        <p:spPr>
          <a:xfrm>
            <a:off x="9025" y="2142520"/>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75" name="Google Shape;175;p15"/>
          <p:cNvSpPr/>
          <p:nvPr/>
        </p:nvSpPr>
        <p:spPr>
          <a:xfrm>
            <a:off x="9025" y="2571150"/>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76" name="Google Shape;176;p15"/>
          <p:cNvSpPr/>
          <p:nvPr/>
        </p:nvSpPr>
        <p:spPr>
          <a:xfrm>
            <a:off x="9025" y="2999792"/>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77" name="Google Shape;177;p15"/>
          <p:cNvSpPr/>
          <p:nvPr/>
        </p:nvSpPr>
        <p:spPr>
          <a:xfrm>
            <a:off x="9025" y="3428422"/>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78" name="Google Shape;178;p15"/>
          <p:cNvSpPr/>
          <p:nvPr/>
        </p:nvSpPr>
        <p:spPr>
          <a:xfrm>
            <a:off x="9025" y="385705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79" name="Google Shape;179;p15"/>
          <p:cNvSpPr/>
          <p:nvPr/>
        </p:nvSpPr>
        <p:spPr>
          <a:xfrm>
            <a:off x="9025" y="428568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80" name="Google Shape;180;p15"/>
          <p:cNvSpPr/>
          <p:nvPr/>
        </p:nvSpPr>
        <p:spPr>
          <a:xfrm>
            <a:off x="9025" y="471431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9" name="Google Shape;189;p16"/>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0" name="Google Shape;190;p16"/>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1" name="Google Shape;191;p16"/>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2" name="Google Shape;192;p16"/>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3" name="Google Shape;193;p16"/>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4" name="Google Shape;194;p16"/>
          <p:cNvSpPr/>
          <p:nvPr/>
        </p:nvSpPr>
        <p:spPr>
          <a:xfrm>
            <a:off x="764375" y="428570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5" name="Google Shape;195;p16"/>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6" name="Google Shape;196;p16"/>
          <p:cNvSpPr txBox="1"/>
          <p:nvPr/>
        </p:nvSpPr>
        <p:spPr>
          <a:xfrm>
            <a:off x="857279" y="1565775"/>
            <a:ext cx="828300" cy="1850400"/>
          </a:xfrm>
          <a:prstGeom prst="rect">
            <a:avLst/>
          </a:prstGeom>
          <a:solidFill>
            <a:srgbClr val="F9CB9C"/>
          </a:solidFill>
          <a:ln cap="flat" cmpd="sng" w="19050">
            <a:solidFill>
              <a:srgbClr val="000000"/>
            </a:solidFill>
            <a:prstDash val="solid"/>
            <a:round/>
            <a:headEnd len="sm" w="sm" type="none"/>
            <a:tailEnd len="sm" w="sm" type="none"/>
          </a:ln>
        </p:spPr>
        <p:txBody>
          <a:bodyPr anchorCtr="0" anchor="t" bIns="91425" lIns="9125" spcFirstLastPara="1" rIns="9125" wrap="square" tIns="91425">
            <a:noAutofit/>
          </a:bodyPr>
          <a:lstStyle/>
          <a:p>
            <a:pPr indent="0" lvl="0" marL="0" rtl="0" algn="ctr">
              <a:lnSpc>
                <a:spcPct val="10000"/>
              </a:lnSpc>
              <a:spcBef>
                <a:spcPts val="0"/>
              </a:spcBef>
              <a:spcAft>
                <a:spcPts val="0"/>
              </a:spcAft>
              <a:buNone/>
            </a:pPr>
            <a:r>
              <a:rPr b="1" lang="en" sz="700">
                <a:latin typeface="Nunito"/>
                <a:ea typeface="Nunito"/>
                <a:cs typeface="Nunito"/>
                <a:sym typeface="Nunito"/>
              </a:rPr>
              <a:t>Animal Instinct</a:t>
            </a:r>
            <a:endParaRPr b="1" sz="700">
              <a:latin typeface="Nunito"/>
              <a:ea typeface="Nunito"/>
              <a:cs typeface="Nunito"/>
              <a:sym typeface="Nunito"/>
            </a:endParaRPr>
          </a:p>
        </p:txBody>
      </p:sp>
      <p:sp>
        <p:nvSpPr>
          <p:cNvPr id="197" name="Google Shape;197;p16"/>
          <p:cNvSpPr txBox="1"/>
          <p:nvPr/>
        </p:nvSpPr>
        <p:spPr>
          <a:xfrm>
            <a:off x="1736857" y="1565917"/>
            <a:ext cx="828300" cy="2719800"/>
          </a:xfrm>
          <a:prstGeom prst="rect">
            <a:avLst/>
          </a:prstGeom>
          <a:solidFill>
            <a:srgbClr val="F9CB9C"/>
          </a:solidFill>
          <a:ln cap="flat" cmpd="sng" w="19050">
            <a:solidFill>
              <a:srgbClr val="000000"/>
            </a:solidFill>
            <a:prstDash val="solid"/>
            <a:round/>
            <a:headEnd len="sm" w="sm" type="none"/>
            <a:tailEnd len="sm" w="sm" type="none"/>
          </a:ln>
        </p:spPr>
        <p:txBody>
          <a:bodyPr anchorCtr="0" anchor="t" bIns="91425" lIns="9125" spcFirstLastPara="1" rIns="9125" wrap="square" tIns="91425">
            <a:noAutofit/>
          </a:bodyPr>
          <a:lstStyle/>
          <a:p>
            <a:pPr indent="0" lvl="0" marL="0" rtl="0" algn="ctr">
              <a:lnSpc>
                <a:spcPct val="10000"/>
              </a:lnSpc>
              <a:spcBef>
                <a:spcPts val="0"/>
              </a:spcBef>
              <a:spcAft>
                <a:spcPts val="0"/>
              </a:spcAft>
              <a:buNone/>
            </a:pPr>
            <a:r>
              <a:rPr b="1" lang="en" sz="700">
                <a:latin typeface="Nunito"/>
                <a:ea typeface="Nunito"/>
                <a:cs typeface="Nunito"/>
                <a:sym typeface="Nunito"/>
              </a:rPr>
              <a:t>Dragon Instinct</a:t>
            </a:r>
            <a:endParaRPr b="1" sz="700">
              <a:latin typeface="Nunito"/>
              <a:ea typeface="Nunito"/>
              <a:cs typeface="Nunito"/>
              <a:sym typeface="Nunito"/>
            </a:endParaRPr>
          </a:p>
        </p:txBody>
      </p:sp>
      <p:sp>
        <p:nvSpPr>
          <p:cNvPr id="198" name="Google Shape;198;p16"/>
          <p:cNvSpPr txBox="1"/>
          <p:nvPr/>
        </p:nvSpPr>
        <p:spPr>
          <a:xfrm>
            <a:off x="2616428" y="1565926"/>
            <a:ext cx="828300" cy="2285100"/>
          </a:xfrm>
          <a:prstGeom prst="rect">
            <a:avLst/>
          </a:prstGeom>
          <a:solidFill>
            <a:srgbClr val="F9CB9C"/>
          </a:solidFill>
          <a:ln cap="flat" cmpd="sng" w="19050">
            <a:solidFill>
              <a:srgbClr val="000000"/>
            </a:solidFill>
            <a:prstDash val="solid"/>
            <a:round/>
            <a:headEnd len="sm" w="sm" type="none"/>
            <a:tailEnd len="sm" w="sm" type="none"/>
          </a:ln>
        </p:spPr>
        <p:txBody>
          <a:bodyPr anchorCtr="0" anchor="t" bIns="91425" lIns="9125" spcFirstLastPara="1" rIns="9125" wrap="square" tIns="91425">
            <a:noAutofit/>
          </a:bodyPr>
          <a:lstStyle/>
          <a:p>
            <a:pPr indent="0" lvl="0" marL="0" rtl="0" algn="ctr">
              <a:lnSpc>
                <a:spcPct val="10000"/>
              </a:lnSpc>
              <a:spcBef>
                <a:spcPts val="0"/>
              </a:spcBef>
              <a:spcAft>
                <a:spcPts val="0"/>
              </a:spcAft>
              <a:buNone/>
            </a:pPr>
            <a:r>
              <a:rPr b="1" lang="en" sz="700">
                <a:latin typeface="Nunito"/>
                <a:ea typeface="Nunito"/>
                <a:cs typeface="Nunito"/>
                <a:sym typeface="Nunito"/>
              </a:rPr>
              <a:t>Giant Instinct</a:t>
            </a:r>
            <a:endParaRPr b="1" sz="700">
              <a:latin typeface="Nunito"/>
              <a:ea typeface="Nunito"/>
              <a:cs typeface="Nunito"/>
              <a:sym typeface="Nunito"/>
            </a:endParaRPr>
          </a:p>
        </p:txBody>
      </p:sp>
      <p:sp>
        <p:nvSpPr>
          <p:cNvPr id="199" name="Google Shape;199;p16"/>
          <p:cNvSpPr txBox="1"/>
          <p:nvPr/>
        </p:nvSpPr>
        <p:spPr>
          <a:xfrm>
            <a:off x="3496002" y="1565924"/>
            <a:ext cx="828300" cy="1850400"/>
          </a:xfrm>
          <a:prstGeom prst="rect">
            <a:avLst/>
          </a:prstGeom>
          <a:solidFill>
            <a:srgbClr val="F9CB9C"/>
          </a:solidFill>
          <a:ln cap="flat" cmpd="sng" w="19050">
            <a:solidFill>
              <a:srgbClr val="000000"/>
            </a:solidFill>
            <a:prstDash val="solid"/>
            <a:round/>
            <a:headEnd len="sm" w="sm" type="none"/>
            <a:tailEnd len="sm" w="sm" type="none"/>
          </a:ln>
        </p:spPr>
        <p:txBody>
          <a:bodyPr anchorCtr="0" anchor="t" bIns="91425" lIns="9125" spcFirstLastPara="1" rIns="9125" wrap="square" tIns="91425">
            <a:noAutofit/>
          </a:bodyPr>
          <a:lstStyle/>
          <a:p>
            <a:pPr indent="0" lvl="0" marL="0" rtl="0" algn="ctr">
              <a:lnSpc>
                <a:spcPct val="10000"/>
              </a:lnSpc>
              <a:spcBef>
                <a:spcPts val="0"/>
              </a:spcBef>
              <a:spcAft>
                <a:spcPts val="0"/>
              </a:spcAft>
              <a:buNone/>
            </a:pPr>
            <a:r>
              <a:rPr b="1" lang="en" sz="700">
                <a:latin typeface="Nunito"/>
                <a:ea typeface="Nunito"/>
                <a:cs typeface="Nunito"/>
                <a:sym typeface="Nunito"/>
              </a:rPr>
              <a:t>Spirit Instinct</a:t>
            </a:r>
            <a:endParaRPr b="1" sz="700">
              <a:latin typeface="Nunito"/>
              <a:ea typeface="Nunito"/>
              <a:cs typeface="Nunito"/>
              <a:sym typeface="Nunito"/>
            </a:endParaRPr>
          </a:p>
        </p:txBody>
      </p:sp>
      <p:sp>
        <p:nvSpPr>
          <p:cNvPr id="200" name="Google Shape;200;p16"/>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Barbarian Class Feat Tree</a:t>
            </a:r>
            <a:endParaRPr b="1" sz="2400"/>
          </a:p>
        </p:txBody>
      </p:sp>
      <p:sp>
        <p:nvSpPr>
          <p:cNvPr id="201" name="Google Shape;201;p16"/>
          <p:cNvSpPr txBox="1"/>
          <p:nvPr/>
        </p:nvSpPr>
        <p:spPr>
          <a:xfrm>
            <a:off x="8101733" y="472400"/>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Sudden</a:t>
            </a:r>
            <a:endParaRPr b="1" sz="800"/>
          </a:p>
          <a:p>
            <a:pPr indent="0" lvl="0" marL="0" rtl="0" algn="ctr">
              <a:spcBef>
                <a:spcPts val="0"/>
              </a:spcBef>
              <a:spcAft>
                <a:spcPts val="0"/>
              </a:spcAft>
              <a:buNone/>
            </a:pPr>
            <a:r>
              <a:rPr b="1" lang="en" sz="800"/>
              <a:t>Charge</a:t>
            </a:r>
            <a:endParaRPr sz="800"/>
          </a:p>
        </p:txBody>
      </p:sp>
      <p:sp>
        <p:nvSpPr>
          <p:cNvPr id="202" name="Google Shape;202;p16"/>
          <p:cNvSpPr txBox="1"/>
          <p:nvPr/>
        </p:nvSpPr>
        <p:spPr>
          <a:xfrm>
            <a:off x="6291169" y="472436"/>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Raging Thrower</a:t>
            </a:r>
            <a:endParaRPr sz="800"/>
          </a:p>
        </p:txBody>
      </p:sp>
      <p:sp>
        <p:nvSpPr>
          <p:cNvPr id="203" name="Google Shape;203;p16"/>
          <p:cNvSpPr txBox="1"/>
          <p:nvPr/>
        </p:nvSpPr>
        <p:spPr>
          <a:xfrm>
            <a:off x="2668099" y="472413"/>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Moment of Clarity</a:t>
            </a:r>
            <a:endParaRPr sz="800"/>
          </a:p>
        </p:txBody>
      </p:sp>
      <p:sp>
        <p:nvSpPr>
          <p:cNvPr id="204" name="Google Shape;204;p16"/>
          <p:cNvSpPr txBox="1"/>
          <p:nvPr/>
        </p:nvSpPr>
        <p:spPr>
          <a:xfrm>
            <a:off x="4478661" y="472413"/>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Raging Intimidation</a:t>
            </a:r>
            <a:endParaRPr sz="800"/>
          </a:p>
        </p:txBody>
      </p:sp>
      <p:sp>
        <p:nvSpPr>
          <p:cNvPr id="205" name="Google Shape;205;p16"/>
          <p:cNvSpPr txBox="1"/>
          <p:nvPr/>
        </p:nvSpPr>
        <p:spPr>
          <a:xfrm>
            <a:off x="8099772" y="901019"/>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274300" wrap="square" tIns="91425">
            <a:noAutofit/>
          </a:bodyPr>
          <a:lstStyle/>
          <a:p>
            <a:pPr indent="0" lvl="0" marL="0" rtl="0" algn="ctr">
              <a:spcBef>
                <a:spcPts val="0"/>
              </a:spcBef>
              <a:spcAft>
                <a:spcPts val="0"/>
              </a:spcAft>
              <a:buNone/>
            </a:pPr>
            <a:r>
              <a:rPr b="1" lang="en" sz="800"/>
              <a:t>Shake It Off</a:t>
            </a:r>
            <a:endParaRPr sz="800"/>
          </a:p>
        </p:txBody>
      </p:sp>
      <p:sp>
        <p:nvSpPr>
          <p:cNvPr id="206" name="Google Shape;206;p16"/>
          <p:cNvSpPr txBox="1"/>
          <p:nvPr/>
        </p:nvSpPr>
        <p:spPr>
          <a:xfrm>
            <a:off x="6289209" y="901055"/>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Second Wind</a:t>
            </a:r>
            <a:endParaRPr sz="800"/>
          </a:p>
        </p:txBody>
      </p:sp>
      <p:sp>
        <p:nvSpPr>
          <p:cNvPr id="207" name="Google Shape;207;p16"/>
          <p:cNvSpPr txBox="1"/>
          <p:nvPr/>
        </p:nvSpPr>
        <p:spPr>
          <a:xfrm>
            <a:off x="2666138" y="901031"/>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Furious</a:t>
            </a:r>
            <a:endParaRPr b="1" sz="800"/>
          </a:p>
          <a:p>
            <a:pPr indent="0" lvl="0" marL="0" rtl="0" algn="ctr">
              <a:spcBef>
                <a:spcPts val="0"/>
              </a:spcBef>
              <a:spcAft>
                <a:spcPts val="0"/>
              </a:spcAft>
              <a:buNone/>
            </a:pPr>
            <a:r>
              <a:rPr b="1" lang="en" sz="800"/>
              <a:t>Finish</a:t>
            </a:r>
            <a:endParaRPr sz="800"/>
          </a:p>
        </p:txBody>
      </p:sp>
      <p:sp>
        <p:nvSpPr>
          <p:cNvPr id="208" name="Google Shape;208;p16"/>
          <p:cNvSpPr txBox="1"/>
          <p:nvPr/>
        </p:nvSpPr>
        <p:spPr>
          <a:xfrm>
            <a:off x="4476700" y="901031"/>
            <a:ext cx="953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No</a:t>
            </a:r>
            <a:endParaRPr b="1" sz="800"/>
          </a:p>
          <a:p>
            <a:pPr indent="0" lvl="0" marL="0" rtl="0" algn="ctr">
              <a:spcBef>
                <a:spcPts val="0"/>
              </a:spcBef>
              <a:spcAft>
                <a:spcPts val="0"/>
              </a:spcAft>
              <a:buNone/>
            </a:pPr>
            <a:r>
              <a:rPr b="1" lang="en" sz="800"/>
              <a:t>Escape</a:t>
            </a:r>
            <a:endParaRPr sz="800"/>
          </a:p>
        </p:txBody>
      </p:sp>
      <p:sp>
        <p:nvSpPr>
          <p:cNvPr id="209" name="Google Shape;209;p16"/>
          <p:cNvSpPr txBox="1"/>
          <p:nvPr/>
        </p:nvSpPr>
        <p:spPr>
          <a:xfrm>
            <a:off x="8082754" y="13296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Wounded</a:t>
            </a:r>
            <a:endParaRPr b="1" sz="800"/>
          </a:p>
          <a:p>
            <a:pPr indent="0" lvl="0" marL="0" rtl="0" algn="ctr">
              <a:spcBef>
                <a:spcPts val="0"/>
              </a:spcBef>
              <a:spcAft>
                <a:spcPts val="0"/>
              </a:spcAft>
              <a:buNone/>
            </a:pPr>
            <a:r>
              <a:rPr b="1" lang="en" sz="800"/>
              <a:t>Rage</a:t>
            </a:r>
            <a:endParaRPr sz="800"/>
          </a:p>
        </p:txBody>
      </p:sp>
      <p:sp>
        <p:nvSpPr>
          <p:cNvPr id="210" name="Google Shape;210;p16"/>
          <p:cNvSpPr txBox="1"/>
          <p:nvPr/>
        </p:nvSpPr>
        <p:spPr>
          <a:xfrm>
            <a:off x="5695090"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182875" spcFirstLastPara="1" rIns="91425" wrap="square" tIns="91425">
            <a:noAutofit/>
          </a:bodyPr>
          <a:lstStyle/>
          <a:p>
            <a:pPr indent="0" lvl="0" marL="0" rtl="0" algn="ctr">
              <a:spcBef>
                <a:spcPts val="0"/>
              </a:spcBef>
              <a:spcAft>
                <a:spcPts val="0"/>
              </a:spcAft>
              <a:buNone/>
            </a:pPr>
            <a:r>
              <a:rPr b="1" lang="en" sz="800"/>
              <a:t>Raging</a:t>
            </a:r>
            <a:endParaRPr b="1" sz="800"/>
          </a:p>
          <a:p>
            <a:pPr indent="0" lvl="0" marL="0" rtl="0" algn="ctr">
              <a:spcBef>
                <a:spcPts val="0"/>
              </a:spcBef>
              <a:spcAft>
                <a:spcPts val="0"/>
              </a:spcAft>
              <a:buNone/>
            </a:pPr>
            <a:r>
              <a:rPr b="1" lang="en" sz="800"/>
              <a:t>Athlete</a:t>
            </a:r>
            <a:endParaRPr sz="800"/>
          </a:p>
        </p:txBody>
      </p:sp>
      <p:sp>
        <p:nvSpPr>
          <p:cNvPr id="211" name="Google Shape;211;p16"/>
          <p:cNvSpPr txBox="1"/>
          <p:nvPr/>
        </p:nvSpPr>
        <p:spPr>
          <a:xfrm>
            <a:off x="4467250"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Fast Movement</a:t>
            </a:r>
            <a:endParaRPr sz="800"/>
          </a:p>
        </p:txBody>
      </p:sp>
      <p:sp>
        <p:nvSpPr>
          <p:cNvPr id="212" name="Google Shape;212;p16"/>
          <p:cNvSpPr txBox="1"/>
          <p:nvPr/>
        </p:nvSpPr>
        <p:spPr>
          <a:xfrm>
            <a:off x="6888929"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Swipe</a:t>
            </a:r>
            <a:endParaRPr sz="800"/>
          </a:p>
        </p:txBody>
      </p:sp>
      <p:sp>
        <p:nvSpPr>
          <p:cNvPr id="213" name="Google Shape;213;p16"/>
          <p:cNvSpPr txBox="1"/>
          <p:nvPr/>
        </p:nvSpPr>
        <p:spPr>
          <a:xfrm>
            <a:off x="8223813" y="1758663"/>
            <a:ext cx="793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37150" wrap="square" tIns="9125">
            <a:noAutofit/>
          </a:bodyPr>
          <a:lstStyle/>
          <a:p>
            <a:pPr indent="0" lvl="0" marL="0" rtl="0" algn="ctr">
              <a:spcBef>
                <a:spcPts val="0"/>
              </a:spcBef>
              <a:spcAft>
                <a:spcPts val="0"/>
              </a:spcAft>
              <a:buNone/>
            </a:pPr>
            <a:r>
              <a:rPr b="1" lang="en" sz="800"/>
              <a:t>Attack of Opportunity</a:t>
            </a:r>
            <a:endParaRPr b="1" sz="800"/>
          </a:p>
        </p:txBody>
      </p:sp>
      <p:sp>
        <p:nvSpPr>
          <p:cNvPr id="214" name="Google Shape;214;p16"/>
          <p:cNvSpPr txBox="1"/>
          <p:nvPr/>
        </p:nvSpPr>
        <p:spPr>
          <a:xfrm>
            <a:off x="5593761" y="175830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Brutal</a:t>
            </a:r>
            <a:endParaRPr b="1" sz="800"/>
          </a:p>
          <a:p>
            <a:pPr indent="0" lvl="0" marL="0" rtl="0" algn="ctr">
              <a:spcBef>
                <a:spcPts val="0"/>
              </a:spcBef>
              <a:spcAft>
                <a:spcPts val="0"/>
              </a:spcAft>
              <a:buNone/>
            </a:pPr>
            <a:r>
              <a:rPr b="1" lang="en" sz="800"/>
              <a:t>Bully</a:t>
            </a:r>
            <a:endParaRPr b="1" sz="800"/>
          </a:p>
        </p:txBody>
      </p:sp>
      <p:sp>
        <p:nvSpPr>
          <p:cNvPr id="215" name="Google Shape;215;p16"/>
          <p:cNvSpPr txBox="1"/>
          <p:nvPr/>
        </p:nvSpPr>
        <p:spPr>
          <a:xfrm>
            <a:off x="7389350" y="2186925"/>
            <a:ext cx="702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109725" spcFirstLastPara="1" rIns="91425" wrap="square" tIns="91425">
            <a:noAutofit/>
          </a:bodyPr>
          <a:lstStyle/>
          <a:p>
            <a:pPr indent="0" lvl="0" marL="0" rtl="0" algn="ctr">
              <a:spcBef>
                <a:spcPts val="0"/>
              </a:spcBef>
              <a:spcAft>
                <a:spcPts val="0"/>
              </a:spcAft>
              <a:buNone/>
            </a:pPr>
            <a:r>
              <a:rPr b="1" lang="en" sz="800"/>
              <a:t>Furious </a:t>
            </a:r>
            <a:r>
              <a:rPr b="1" lang="en" sz="800"/>
              <a:t>Bully</a:t>
            </a:r>
            <a:endParaRPr b="1" sz="800"/>
          </a:p>
        </p:txBody>
      </p:sp>
      <p:sp>
        <p:nvSpPr>
          <p:cNvPr id="216" name="Google Shape;216;p16"/>
          <p:cNvSpPr txBox="1"/>
          <p:nvPr/>
        </p:nvSpPr>
        <p:spPr>
          <a:xfrm>
            <a:off x="6417515" y="2186913"/>
            <a:ext cx="733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Renewed Vigor</a:t>
            </a:r>
            <a:endParaRPr b="1" sz="800"/>
          </a:p>
        </p:txBody>
      </p:sp>
      <p:sp>
        <p:nvSpPr>
          <p:cNvPr id="217" name="Google Shape;217;p16"/>
          <p:cNvSpPr txBox="1"/>
          <p:nvPr/>
        </p:nvSpPr>
        <p:spPr>
          <a:xfrm>
            <a:off x="4732477" y="3044213"/>
            <a:ext cx="733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Furious</a:t>
            </a:r>
            <a:endParaRPr b="1" sz="800"/>
          </a:p>
          <a:p>
            <a:pPr indent="0" lvl="0" marL="0" rtl="0" algn="ctr">
              <a:spcBef>
                <a:spcPts val="0"/>
              </a:spcBef>
              <a:spcAft>
                <a:spcPts val="0"/>
              </a:spcAft>
              <a:buNone/>
            </a:pPr>
            <a:r>
              <a:rPr b="1" lang="en" sz="800"/>
              <a:t>Grab</a:t>
            </a:r>
            <a:endParaRPr b="1" sz="800"/>
          </a:p>
        </p:txBody>
      </p:sp>
      <p:sp>
        <p:nvSpPr>
          <p:cNvPr id="218" name="Google Shape;218;p16"/>
          <p:cNvSpPr txBox="1"/>
          <p:nvPr/>
        </p:nvSpPr>
        <p:spPr>
          <a:xfrm>
            <a:off x="4125151" y="3472850"/>
            <a:ext cx="9222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320025" wrap="square" tIns="9125">
            <a:noAutofit/>
          </a:bodyPr>
          <a:lstStyle/>
          <a:p>
            <a:pPr indent="0" lvl="0" marL="0" rtl="0" algn="ctr">
              <a:spcBef>
                <a:spcPts val="0"/>
              </a:spcBef>
              <a:spcAft>
                <a:spcPts val="0"/>
              </a:spcAft>
              <a:buNone/>
            </a:pPr>
            <a:r>
              <a:rPr b="1" lang="en" sz="800"/>
              <a:t>Whirlwind Strike</a:t>
            </a:r>
            <a:endParaRPr b="1" sz="800"/>
          </a:p>
        </p:txBody>
      </p:sp>
      <p:cxnSp>
        <p:nvCxnSpPr>
          <p:cNvPr id="219" name="Google Shape;219;p16"/>
          <p:cNvCxnSpPr>
            <a:stCxn id="220" idx="1"/>
            <a:endCxn id="221" idx="3"/>
          </p:cNvCxnSpPr>
          <p:nvPr/>
        </p:nvCxnSpPr>
        <p:spPr>
          <a:xfrm>
            <a:off x="5994250" y="2526550"/>
            <a:ext cx="0" cy="2232300"/>
          </a:xfrm>
          <a:prstGeom prst="straightConnector1">
            <a:avLst/>
          </a:prstGeom>
          <a:noFill/>
          <a:ln cap="flat" cmpd="sng" w="19050">
            <a:solidFill>
              <a:srgbClr val="000000"/>
            </a:solidFill>
            <a:prstDash val="solid"/>
            <a:round/>
            <a:headEnd len="med" w="med" type="none"/>
            <a:tailEnd len="med" w="med" type="triangle"/>
          </a:ln>
        </p:spPr>
      </p:cxnSp>
      <p:sp>
        <p:nvSpPr>
          <p:cNvPr id="222" name="Google Shape;222;p16"/>
          <p:cNvSpPr txBox="1"/>
          <p:nvPr/>
        </p:nvSpPr>
        <p:spPr>
          <a:xfrm>
            <a:off x="3494280" y="1758318"/>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Spirits’ Interference</a:t>
            </a:r>
            <a:endParaRPr b="1" sz="800"/>
          </a:p>
        </p:txBody>
      </p:sp>
      <p:sp>
        <p:nvSpPr>
          <p:cNvPr id="223" name="Google Shape;223;p16"/>
          <p:cNvSpPr txBox="1"/>
          <p:nvPr/>
        </p:nvSpPr>
        <p:spPr>
          <a:xfrm>
            <a:off x="1735141" y="1758294"/>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Dragon’s</a:t>
            </a:r>
            <a:endParaRPr b="1" sz="800"/>
          </a:p>
          <a:p>
            <a:pPr indent="0" lvl="0" marL="0" rtl="0" algn="ctr">
              <a:spcBef>
                <a:spcPts val="0"/>
              </a:spcBef>
              <a:spcAft>
                <a:spcPts val="0"/>
              </a:spcAft>
              <a:buNone/>
            </a:pPr>
            <a:r>
              <a:rPr b="1" lang="en" sz="800"/>
              <a:t>Rage Breath</a:t>
            </a:r>
            <a:endParaRPr sz="800"/>
          </a:p>
        </p:txBody>
      </p:sp>
      <p:sp>
        <p:nvSpPr>
          <p:cNvPr id="224" name="Google Shape;224;p16"/>
          <p:cNvSpPr txBox="1"/>
          <p:nvPr/>
        </p:nvSpPr>
        <p:spPr>
          <a:xfrm>
            <a:off x="855575" y="1758306"/>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Animal Skin</a:t>
            </a:r>
            <a:endParaRPr sz="800"/>
          </a:p>
        </p:txBody>
      </p:sp>
      <p:sp>
        <p:nvSpPr>
          <p:cNvPr id="225" name="Google Shape;225;p16"/>
          <p:cNvSpPr txBox="1"/>
          <p:nvPr/>
        </p:nvSpPr>
        <p:spPr>
          <a:xfrm>
            <a:off x="2614706" y="1758294"/>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Giant’s</a:t>
            </a:r>
            <a:endParaRPr b="1" sz="800"/>
          </a:p>
          <a:p>
            <a:pPr indent="0" lvl="0" marL="0" rtl="0" algn="ctr">
              <a:spcBef>
                <a:spcPts val="0"/>
              </a:spcBef>
              <a:spcAft>
                <a:spcPts val="0"/>
              </a:spcAft>
              <a:buNone/>
            </a:pPr>
            <a:r>
              <a:rPr b="1" lang="en" sz="800"/>
              <a:t>Stature</a:t>
            </a:r>
            <a:endParaRPr sz="800"/>
          </a:p>
        </p:txBody>
      </p:sp>
      <p:sp>
        <p:nvSpPr>
          <p:cNvPr id="226" name="Google Shape;226;p16"/>
          <p:cNvSpPr txBox="1"/>
          <p:nvPr/>
        </p:nvSpPr>
        <p:spPr>
          <a:xfrm>
            <a:off x="855575" y="2186946"/>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Animal</a:t>
            </a:r>
            <a:endParaRPr b="1" sz="800"/>
          </a:p>
          <a:p>
            <a:pPr indent="0" lvl="0" marL="0" rtl="0" algn="ctr">
              <a:spcBef>
                <a:spcPts val="0"/>
              </a:spcBef>
              <a:spcAft>
                <a:spcPts val="0"/>
              </a:spcAft>
              <a:buNone/>
            </a:pPr>
            <a:r>
              <a:rPr b="1" lang="en" sz="800"/>
              <a:t>Rage</a:t>
            </a:r>
            <a:endParaRPr sz="800"/>
          </a:p>
        </p:txBody>
      </p:sp>
      <p:sp>
        <p:nvSpPr>
          <p:cNvPr id="227" name="Google Shape;227;p16"/>
          <p:cNvSpPr txBox="1"/>
          <p:nvPr/>
        </p:nvSpPr>
        <p:spPr>
          <a:xfrm>
            <a:off x="3494280" y="3044252"/>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Spirits’</a:t>
            </a:r>
            <a:endParaRPr b="1" sz="800"/>
          </a:p>
          <a:p>
            <a:pPr indent="0" lvl="0" marL="0" rtl="0" algn="ctr">
              <a:spcBef>
                <a:spcPts val="0"/>
              </a:spcBef>
              <a:spcAft>
                <a:spcPts val="0"/>
              </a:spcAft>
              <a:buNone/>
            </a:pPr>
            <a:r>
              <a:rPr b="1" lang="en" sz="800"/>
              <a:t>Wrath</a:t>
            </a:r>
            <a:endParaRPr b="1" sz="800"/>
          </a:p>
        </p:txBody>
      </p:sp>
      <p:sp>
        <p:nvSpPr>
          <p:cNvPr id="228" name="Google Shape;228;p16"/>
          <p:cNvSpPr txBox="1"/>
          <p:nvPr/>
        </p:nvSpPr>
        <p:spPr>
          <a:xfrm>
            <a:off x="855575" y="3044240"/>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182875" wrap="square" tIns="91425">
            <a:noAutofit/>
          </a:bodyPr>
          <a:lstStyle/>
          <a:p>
            <a:pPr indent="0" lvl="0" marL="0" rtl="0" algn="ctr">
              <a:spcBef>
                <a:spcPts val="0"/>
              </a:spcBef>
              <a:spcAft>
                <a:spcPts val="0"/>
              </a:spcAft>
              <a:buNone/>
            </a:pPr>
            <a:r>
              <a:rPr b="1" lang="en" sz="800"/>
              <a:t>Predator’s Pounce</a:t>
            </a:r>
            <a:endParaRPr sz="800"/>
          </a:p>
        </p:txBody>
      </p:sp>
      <p:sp>
        <p:nvSpPr>
          <p:cNvPr id="229" name="Google Shape;229;p16"/>
          <p:cNvSpPr txBox="1"/>
          <p:nvPr/>
        </p:nvSpPr>
        <p:spPr>
          <a:xfrm>
            <a:off x="2614706" y="3044229"/>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Titan’s Stature</a:t>
            </a:r>
            <a:endParaRPr sz="800"/>
          </a:p>
        </p:txBody>
      </p:sp>
      <p:sp>
        <p:nvSpPr>
          <p:cNvPr id="230" name="Google Shape;230;p16"/>
          <p:cNvSpPr txBox="1"/>
          <p:nvPr/>
        </p:nvSpPr>
        <p:spPr>
          <a:xfrm>
            <a:off x="2614706" y="3472882"/>
            <a:ext cx="828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Giant’s</a:t>
            </a:r>
            <a:endParaRPr b="1" sz="800"/>
          </a:p>
          <a:p>
            <a:pPr indent="0" lvl="0" marL="0" rtl="0" algn="ctr">
              <a:spcBef>
                <a:spcPts val="0"/>
              </a:spcBef>
              <a:spcAft>
                <a:spcPts val="0"/>
              </a:spcAft>
              <a:buNone/>
            </a:pPr>
            <a:r>
              <a:rPr b="1" lang="en" sz="800"/>
              <a:t>Lunge</a:t>
            </a:r>
            <a:endParaRPr sz="800"/>
          </a:p>
        </p:txBody>
      </p:sp>
      <p:cxnSp>
        <p:nvCxnSpPr>
          <p:cNvPr id="231" name="Google Shape;231;p16"/>
          <p:cNvCxnSpPr>
            <a:stCxn id="232" idx="2"/>
            <a:endCxn id="233" idx="0"/>
          </p:cNvCxnSpPr>
          <p:nvPr/>
        </p:nvCxnSpPr>
        <p:spPr>
          <a:xfrm>
            <a:off x="7262187" y="2097900"/>
            <a:ext cx="2100" cy="517800"/>
          </a:xfrm>
          <a:prstGeom prst="straightConnector1">
            <a:avLst/>
          </a:prstGeom>
          <a:noFill/>
          <a:ln cap="flat" cmpd="sng" w="19050">
            <a:solidFill>
              <a:srgbClr val="000000"/>
            </a:solidFill>
            <a:prstDash val="solid"/>
            <a:round/>
            <a:headEnd len="med" w="med" type="none"/>
            <a:tailEnd len="med" w="med" type="triangle"/>
          </a:ln>
        </p:spPr>
      </p:cxnSp>
      <p:sp>
        <p:nvSpPr>
          <p:cNvPr id="234" name="Google Shape;234;p16"/>
          <p:cNvSpPr txBox="1"/>
          <p:nvPr/>
        </p:nvSpPr>
        <p:spPr>
          <a:xfrm>
            <a:off x="4444200" y="2615900"/>
            <a:ext cx="733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274300" wrap="square" tIns="91425">
            <a:noAutofit/>
          </a:bodyPr>
          <a:lstStyle/>
          <a:p>
            <a:pPr indent="0" lvl="0" marL="0" rtl="0" algn="ctr">
              <a:spcBef>
                <a:spcPts val="0"/>
              </a:spcBef>
              <a:spcAft>
                <a:spcPts val="0"/>
              </a:spcAft>
              <a:buNone/>
            </a:pPr>
            <a:r>
              <a:rPr b="1" lang="en" sz="750">
                <a:solidFill>
                  <a:schemeClr val="dk1"/>
                </a:solidFill>
              </a:rPr>
              <a:t>Furious Spirit</a:t>
            </a:r>
            <a:endParaRPr b="1" sz="750"/>
          </a:p>
        </p:txBody>
      </p:sp>
      <p:cxnSp>
        <p:nvCxnSpPr>
          <p:cNvPr id="235" name="Google Shape;235;p16"/>
          <p:cNvCxnSpPr>
            <a:stCxn id="236" idx="1"/>
            <a:endCxn id="237" idx="3"/>
          </p:cNvCxnSpPr>
          <p:nvPr/>
        </p:nvCxnSpPr>
        <p:spPr>
          <a:xfrm flipH="1">
            <a:off x="6511575" y="2955175"/>
            <a:ext cx="300" cy="517800"/>
          </a:xfrm>
          <a:prstGeom prst="straightConnector1">
            <a:avLst/>
          </a:prstGeom>
          <a:noFill/>
          <a:ln cap="flat" cmpd="sng" w="19050">
            <a:solidFill>
              <a:srgbClr val="000000"/>
            </a:solidFill>
            <a:prstDash val="solid"/>
            <a:round/>
            <a:headEnd len="med" w="med" type="none"/>
            <a:tailEnd len="med" w="med" type="triangle"/>
          </a:ln>
        </p:spPr>
      </p:cxnSp>
      <p:cxnSp>
        <p:nvCxnSpPr>
          <p:cNvPr id="238" name="Google Shape;238;p16"/>
          <p:cNvCxnSpPr>
            <a:stCxn id="239" idx="2"/>
            <a:endCxn id="240" idx="0"/>
          </p:cNvCxnSpPr>
          <p:nvPr/>
        </p:nvCxnSpPr>
        <p:spPr>
          <a:xfrm>
            <a:off x="8000029" y="2955163"/>
            <a:ext cx="0" cy="517800"/>
          </a:xfrm>
          <a:prstGeom prst="straightConnector1">
            <a:avLst/>
          </a:prstGeom>
          <a:noFill/>
          <a:ln cap="flat" cmpd="sng" w="19050">
            <a:solidFill>
              <a:srgbClr val="000000"/>
            </a:solidFill>
            <a:prstDash val="solid"/>
            <a:round/>
            <a:headEnd len="med" w="med" type="none"/>
            <a:tailEnd len="med" w="med" type="triangle"/>
          </a:ln>
        </p:spPr>
      </p:cxnSp>
      <p:sp>
        <p:nvSpPr>
          <p:cNvPr id="241" name="Google Shape;241;p16"/>
          <p:cNvSpPr txBox="1"/>
          <p:nvPr/>
        </p:nvSpPr>
        <p:spPr>
          <a:xfrm>
            <a:off x="4537005" y="2186925"/>
            <a:ext cx="733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800"/>
              <a:t>Sudden Leap</a:t>
            </a:r>
            <a:endParaRPr b="1" sz="800"/>
          </a:p>
        </p:txBody>
      </p:sp>
      <p:sp>
        <p:nvSpPr>
          <p:cNvPr id="242" name="Google Shape;242;p16"/>
          <p:cNvSpPr txBox="1"/>
          <p:nvPr/>
        </p:nvSpPr>
        <p:spPr>
          <a:xfrm>
            <a:off x="5237225" y="2615563"/>
            <a:ext cx="702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Terrifying Howl</a:t>
            </a:r>
            <a:endParaRPr b="1" sz="800"/>
          </a:p>
        </p:txBody>
      </p:sp>
      <p:sp>
        <p:nvSpPr>
          <p:cNvPr id="243" name="Google Shape;243;p16"/>
          <p:cNvSpPr txBox="1"/>
          <p:nvPr/>
        </p:nvSpPr>
        <p:spPr>
          <a:xfrm>
            <a:off x="3931869" y="4330088"/>
            <a:ext cx="904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Perfect</a:t>
            </a:r>
            <a:endParaRPr b="1" sz="800"/>
          </a:p>
          <a:p>
            <a:pPr indent="0" lvl="0" marL="0" rtl="0" algn="ctr">
              <a:spcBef>
                <a:spcPts val="0"/>
              </a:spcBef>
              <a:spcAft>
                <a:spcPts val="0"/>
              </a:spcAft>
              <a:buNone/>
            </a:pPr>
            <a:r>
              <a:rPr b="1" lang="en" sz="800"/>
              <a:t>Clarity</a:t>
            </a:r>
            <a:endParaRPr b="1" sz="800"/>
          </a:p>
        </p:txBody>
      </p:sp>
      <p:sp>
        <p:nvSpPr>
          <p:cNvPr id="244" name="Google Shape;244;p16"/>
          <p:cNvSpPr txBox="1"/>
          <p:nvPr/>
        </p:nvSpPr>
        <p:spPr>
          <a:xfrm>
            <a:off x="7106600" y="433010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45700" spcFirstLastPara="1" rIns="91425" wrap="square" tIns="9125">
            <a:noAutofit/>
          </a:bodyPr>
          <a:lstStyle/>
          <a:p>
            <a:pPr indent="0" lvl="0" marL="0" rtl="0" algn="l">
              <a:spcBef>
                <a:spcPts val="0"/>
              </a:spcBef>
              <a:spcAft>
                <a:spcPts val="0"/>
              </a:spcAft>
              <a:buNone/>
            </a:pPr>
            <a:r>
              <a:rPr b="1" lang="en" sz="800"/>
              <a:t>Vicious Evisceration</a:t>
            </a:r>
            <a:endParaRPr b="1" sz="800"/>
          </a:p>
        </p:txBody>
      </p:sp>
      <p:sp>
        <p:nvSpPr>
          <p:cNvPr id="245" name="Google Shape;245;p16"/>
          <p:cNvSpPr txBox="1"/>
          <p:nvPr/>
        </p:nvSpPr>
        <p:spPr>
          <a:xfrm>
            <a:off x="6646350" y="3901475"/>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Reckless Abandon</a:t>
            </a:r>
            <a:endParaRPr b="1" sz="800"/>
          </a:p>
        </p:txBody>
      </p:sp>
      <p:sp>
        <p:nvSpPr>
          <p:cNvPr id="246" name="Google Shape;246;p16"/>
          <p:cNvSpPr txBox="1"/>
          <p:nvPr/>
        </p:nvSpPr>
        <p:spPr>
          <a:xfrm>
            <a:off x="2054414" y="4330100"/>
            <a:ext cx="904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Brutal Critical</a:t>
            </a:r>
            <a:endParaRPr b="1" sz="800"/>
          </a:p>
        </p:txBody>
      </p:sp>
      <p:sp>
        <p:nvSpPr>
          <p:cNvPr id="247" name="Google Shape;247;p16"/>
          <p:cNvSpPr txBox="1"/>
          <p:nvPr/>
        </p:nvSpPr>
        <p:spPr>
          <a:xfrm>
            <a:off x="2921931" y="47587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Quaking</a:t>
            </a:r>
            <a:endParaRPr b="1" sz="800"/>
          </a:p>
          <a:p>
            <a:pPr indent="0" lvl="0" marL="0" rtl="0" algn="ctr">
              <a:spcBef>
                <a:spcPts val="0"/>
              </a:spcBef>
              <a:spcAft>
                <a:spcPts val="0"/>
              </a:spcAft>
              <a:buNone/>
            </a:pPr>
            <a:r>
              <a:rPr b="1" lang="en" sz="800"/>
              <a:t>Stomp</a:t>
            </a:r>
            <a:endParaRPr b="1" sz="800"/>
          </a:p>
        </p:txBody>
      </p:sp>
      <p:cxnSp>
        <p:nvCxnSpPr>
          <p:cNvPr id="248" name="Google Shape;248;p16"/>
          <p:cNvCxnSpPr>
            <a:stCxn id="249" idx="1"/>
            <a:endCxn id="250" idx="3"/>
          </p:cNvCxnSpPr>
          <p:nvPr/>
        </p:nvCxnSpPr>
        <p:spPr>
          <a:xfrm flipH="1">
            <a:off x="8617676" y="2526888"/>
            <a:ext cx="5700" cy="1374900"/>
          </a:xfrm>
          <a:prstGeom prst="straightConnector1">
            <a:avLst/>
          </a:prstGeom>
          <a:noFill/>
          <a:ln cap="flat" cmpd="sng" w="19050">
            <a:solidFill>
              <a:srgbClr val="000000"/>
            </a:solidFill>
            <a:prstDash val="solid"/>
            <a:round/>
            <a:headEnd len="med" w="med" type="none"/>
            <a:tailEnd len="med" w="med" type="triangle"/>
          </a:ln>
        </p:spPr>
      </p:cxnSp>
      <p:sp>
        <p:nvSpPr>
          <p:cNvPr id="251" name="Google Shape;251;p16"/>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252" name="Google Shape;252;p16"/>
          <p:cNvSpPr/>
          <p:nvPr/>
        </p:nvSpPr>
        <p:spPr>
          <a:xfrm>
            <a:off x="872188" y="901038"/>
            <a:ext cx="9534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Acute Scent</a:t>
            </a:r>
            <a:endParaRPr b="1" sz="800"/>
          </a:p>
        </p:txBody>
      </p:sp>
      <p:grpSp>
        <p:nvGrpSpPr>
          <p:cNvPr id="253" name="Google Shape;253;p16"/>
          <p:cNvGrpSpPr/>
          <p:nvPr/>
        </p:nvGrpSpPr>
        <p:grpSpPr>
          <a:xfrm>
            <a:off x="1737448" y="3044200"/>
            <a:ext cx="827700" cy="1196875"/>
            <a:chOff x="1737448" y="3044200"/>
            <a:chExt cx="827700" cy="1196875"/>
          </a:xfrm>
        </p:grpSpPr>
        <p:cxnSp>
          <p:nvCxnSpPr>
            <p:cNvPr id="254" name="Google Shape;254;p16"/>
            <p:cNvCxnSpPr>
              <a:stCxn id="255" idx="2"/>
              <a:endCxn id="256" idx="0"/>
            </p:cNvCxnSpPr>
            <p:nvPr/>
          </p:nvCxnSpPr>
          <p:spPr>
            <a:xfrm>
              <a:off x="2149291" y="3383829"/>
              <a:ext cx="0" cy="517800"/>
            </a:xfrm>
            <a:prstGeom prst="straightConnector1">
              <a:avLst/>
            </a:prstGeom>
            <a:noFill/>
            <a:ln cap="flat" cmpd="sng" w="19050">
              <a:solidFill>
                <a:srgbClr val="000000"/>
              </a:solidFill>
              <a:prstDash val="solid"/>
              <a:round/>
              <a:headEnd len="med" w="med" type="none"/>
              <a:tailEnd len="med" w="med" type="triangle"/>
            </a:ln>
          </p:spPr>
        </p:cxnSp>
        <p:sp>
          <p:nvSpPr>
            <p:cNvPr id="257" name="Google Shape;257;p16"/>
            <p:cNvSpPr/>
            <p:nvPr/>
          </p:nvSpPr>
          <p:spPr>
            <a:xfrm>
              <a:off x="1737451" y="3044200"/>
              <a:ext cx="8259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50"/>
                <a:t>Dragon’s</a:t>
              </a:r>
              <a:endParaRPr b="1" sz="750"/>
            </a:p>
            <a:p>
              <a:pPr indent="0" lvl="0" marL="0" rtl="0" algn="ctr">
                <a:spcBef>
                  <a:spcPts val="0"/>
                </a:spcBef>
                <a:spcAft>
                  <a:spcPts val="0"/>
                </a:spcAft>
                <a:buNone/>
              </a:pPr>
              <a:r>
                <a:rPr b="1" lang="en" sz="750"/>
                <a:t>Rage Wings</a:t>
              </a:r>
              <a:endParaRPr b="1" sz="750"/>
            </a:p>
          </p:txBody>
        </p:sp>
        <p:sp>
          <p:nvSpPr>
            <p:cNvPr id="258" name="Google Shape;258;p16"/>
            <p:cNvSpPr/>
            <p:nvPr/>
          </p:nvSpPr>
          <p:spPr>
            <a:xfrm>
              <a:off x="1737448" y="3901475"/>
              <a:ext cx="8277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50"/>
                <a:t>Dragon Transformation</a:t>
              </a:r>
              <a:endParaRPr b="1" sz="750"/>
            </a:p>
          </p:txBody>
        </p:sp>
      </p:grpSp>
      <p:sp>
        <p:nvSpPr>
          <p:cNvPr id="259" name="Google Shape;259;p16"/>
          <p:cNvSpPr/>
          <p:nvPr/>
        </p:nvSpPr>
        <p:spPr>
          <a:xfrm>
            <a:off x="6899648" y="1758075"/>
            <a:ext cx="7335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137150" wrap="square" tIns="9125">
            <a:noAutofit/>
          </a:bodyPr>
          <a:lstStyle/>
          <a:p>
            <a:pPr indent="0" lvl="0" marL="0" rtl="0" algn="ctr">
              <a:spcBef>
                <a:spcPts val="0"/>
              </a:spcBef>
              <a:spcAft>
                <a:spcPts val="0"/>
              </a:spcAft>
              <a:buNone/>
            </a:pPr>
            <a:r>
              <a:rPr b="1" lang="en" sz="800"/>
              <a:t>Cleave</a:t>
            </a:r>
            <a:endParaRPr b="1" sz="800"/>
          </a:p>
        </p:txBody>
      </p:sp>
      <p:sp>
        <p:nvSpPr>
          <p:cNvPr id="260" name="Google Shape;260;p16"/>
          <p:cNvSpPr/>
          <p:nvPr/>
        </p:nvSpPr>
        <p:spPr>
          <a:xfrm>
            <a:off x="6976048" y="2615575"/>
            <a:ext cx="5763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 Cleave</a:t>
            </a:r>
            <a:endParaRPr b="1" sz="800"/>
          </a:p>
        </p:txBody>
      </p:sp>
      <p:sp>
        <p:nvSpPr>
          <p:cNvPr id="249" name="Google Shape;249;p16"/>
          <p:cNvSpPr/>
          <p:nvPr/>
        </p:nvSpPr>
        <p:spPr>
          <a:xfrm>
            <a:off x="8209526" y="2187288"/>
            <a:ext cx="8277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Thrash</a:t>
            </a:r>
            <a:endParaRPr b="1" sz="800"/>
          </a:p>
        </p:txBody>
      </p:sp>
      <p:sp>
        <p:nvSpPr>
          <p:cNvPr id="250" name="Google Shape;250;p16"/>
          <p:cNvSpPr/>
          <p:nvPr/>
        </p:nvSpPr>
        <p:spPr>
          <a:xfrm>
            <a:off x="8203975" y="3901787"/>
            <a:ext cx="8277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Collateral Thrash</a:t>
            </a:r>
            <a:endParaRPr b="1" sz="800"/>
          </a:p>
        </p:txBody>
      </p:sp>
      <p:sp>
        <p:nvSpPr>
          <p:cNvPr id="236" name="Google Shape;236;p16"/>
          <p:cNvSpPr/>
          <p:nvPr/>
        </p:nvSpPr>
        <p:spPr>
          <a:xfrm>
            <a:off x="6145125" y="2615575"/>
            <a:ext cx="7335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425" wrap="square" tIns="9125">
            <a:noAutofit/>
          </a:bodyPr>
          <a:lstStyle/>
          <a:p>
            <a:pPr indent="0" lvl="0" marL="0" rtl="0" algn="ctr">
              <a:spcBef>
                <a:spcPts val="0"/>
              </a:spcBef>
              <a:spcAft>
                <a:spcPts val="0"/>
              </a:spcAft>
              <a:buNone/>
            </a:pPr>
            <a:r>
              <a:rPr b="1" lang="en" sz="800"/>
              <a:t>Knock-</a:t>
            </a:r>
            <a:endParaRPr b="1" sz="800"/>
          </a:p>
          <a:p>
            <a:pPr indent="0" lvl="0" marL="0" rtl="0" algn="ctr">
              <a:spcBef>
                <a:spcPts val="0"/>
              </a:spcBef>
              <a:spcAft>
                <a:spcPts val="0"/>
              </a:spcAft>
              <a:buNone/>
            </a:pPr>
            <a:r>
              <a:rPr b="1" lang="en" sz="800"/>
              <a:t>back</a:t>
            </a:r>
            <a:endParaRPr b="1" sz="800"/>
          </a:p>
        </p:txBody>
      </p:sp>
      <p:sp>
        <p:nvSpPr>
          <p:cNvPr id="237" name="Google Shape;237;p16"/>
          <p:cNvSpPr/>
          <p:nvPr/>
        </p:nvSpPr>
        <p:spPr>
          <a:xfrm>
            <a:off x="6025350" y="3472850"/>
            <a:ext cx="9723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Awesome Blow</a:t>
            </a:r>
            <a:endParaRPr b="1" sz="800"/>
          </a:p>
        </p:txBody>
      </p:sp>
      <p:sp>
        <p:nvSpPr>
          <p:cNvPr id="220" name="Google Shape;220;p16"/>
          <p:cNvSpPr/>
          <p:nvPr/>
        </p:nvSpPr>
        <p:spPr>
          <a:xfrm>
            <a:off x="5668150" y="2186950"/>
            <a:ext cx="6522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425" wrap="square" tIns="9125">
            <a:noAutofit/>
          </a:bodyPr>
          <a:lstStyle/>
          <a:p>
            <a:pPr indent="0" lvl="0" marL="0" rtl="0" algn="ctr">
              <a:spcBef>
                <a:spcPts val="0"/>
              </a:spcBef>
              <a:spcAft>
                <a:spcPts val="0"/>
              </a:spcAft>
              <a:buNone/>
            </a:pPr>
            <a:r>
              <a:rPr b="1" lang="en" sz="800"/>
              <a:t>Share Rage</a:t>
            </a:r>
            <a:endParaRPr b="1" sz="800"/>
          </a:p>
        </p:txBody>
      </p:sp>
      <p:sp>
        <p:nvSpPr>
          <p:cNvPr id="221" name="Google Shape;221;p16"/>
          <p:cNvSpPr/>
          <p:nvPr/>
        </p:nvSpPr>
        <p:spPr>
          <a:xfrm>
            <a:off x="5559875" y="4758725"/>
            <a:ext cx="8688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Contagious Rage</a:t>
            </a:r>
            <a:endParaRPr b="1" sz="800"/>
          </a:p>
        </p:txBody>
      </p:sp>
      <p:sp>
        <p:nvSpPr>
          <p:cNvPr id="261" name="Google Shape;261;p16"/>
          <p:cNvSpPr/>
          <p:nvPr/>
        </p:nvSpPr>
        <p:spPr>
          <a:xfrm>
            <a:off x="7633300" y="2615575"/>
            <a:ext cx="7335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425" wrap="square" tIns="9125">
            <a:noAutofit/>
          </a:bodyPr>
          <a:lstStyle/>
          <a:p>
            <a:pPr indent="0" lvl="0" marL="0" rtl="0" algn="ctr">
              <a:spcBef>
                <a:spcPts val="0"/>
              </a:spcBef>
              <a:spcAft>
                <a:spcPts val="0"/>
              </a:spcAft>
              <a:buNone/>
            </a:pPr>
            <a:r>
              <a:rPr b="1" lang="en" sz="800"/>
              <a:t>Come</a:t>
            </a:r>
            <a:endParaRPr b="1" sz="800"/>
          </a:p>
          <a:p>
            <a:pPr indent="0" lvl="0" marL="0" rtl="0" algn="ctr">
              <a:spcBef>
                <a:spcPts val="0"/>
              </a:spcBef>
              <a:spcAft>
                <a:spcPts val="0"/>
              </a:spcAft>
              <a:buNone/>
            </a:pPr>
            <a:r>
              <a:rPr b="1" lang="en" sz="800"/>
              <a:t>and Get Me</a:t>
            </a:r>
            <a:endParaRPr b="1" sz="800"/>
          </a:p>
        </p:txBody>
      </p:sp>
      <p:sp>
        <p:nvSpPr>
          <p:cNvPr id="262" name="Google Shape;262;p16"/>
          <p:cNvSpPr/>
          <p:nvPr/>
        </p:nvSpPr>
        <p:spPr>
          <a:xfrm>
            <a:off x="7633276" y="3472850"/>
            <a:ext cx="7335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Vengeful Strike</a:t>
            </a:r>
            <a:endParaRPr b="1" sz="800"/>
          </a:p>
        </p:txBody>
      </p:sp>
      <p:cxnSp>
        <p:nvCxnSpPr>
          <p:cNvPr id="263" name="Google Shape;263;p16"/>
          <p:cNvCxnSpPr/>
          <p:nvPr/>
        </p:nvCxnSpPr>
        <p:spPr>
          <a:xfrm>
            <a:off x="1348909" y="648725"/>
            <a:ext cx="0" cy="252300"/>
          </a:xfrm>
          <a:prstGeom prst="straightConnector1">
            <a:avLst/>
          </a:prstGeom>
          <a:noFill/>
          <a:ln cap="flat" cmpd="sng" w="19050">
            <a:solidFill>
              <a:srgbClr val="000000"/>
            </a:solidFill>
            <a:prstDash val="solid"/>
            <a:round/>
            <a:headEnd len="med" w="med" type="none"/>
            <a:tailEnd len="med" w="med" type="triangle"/>
          </a:ln>
        </p:spPr>
      </p:cxnSp>
      <p:sp>
        <p:nvSpPr>
          <p:cNvPr id="264" name="Google Shape;264;p16"/>
          <p:cNvSpPr/>
          <p:nvPr/>
        </p:nvSpPr>
        <p:spPr>
          <a:xfrm>
            <a:off x="872188" y="472388"/>
            <a:ext cx="953400" cy="339600"/>
          </a:xfrm>
          <a:prstGeom prst="snip2SameRect">
            <a:avLst>
              <a:gd fmla="val 0" name="adj1"/>
              <a:gd fmla="val 0" name="adj2"/>
            </a:avLst>
          </a:prstGeom>
          <a:solidFill>
            <a:schemeClr val="lt2"/>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Acute Vision</a:t>
            </a:r>
            <a:endParaRPr b="1" sz="800"/>
          </a:p>
        </p:txBody>
      </p:sp>
      <p:pic>
        <p:nvPicPr>
          <p:cNvPr id="265" name="Google Shape;265;p16"/>
          <p:cNvPicPr preferRelativeResize="0"/>
          <p:nvPr/>
        </p:nvPicPr>
        <p:blipFill>
          <a:blip r:embed="rId3">
            <a:alphaModFix/>
          </a:blip>
          <a:stretch>
            <a:fillRect/>
          </a:stretch>
        </p:blipFill>
        <p:spPr>
          <a:xfrm>
            <a:off x="3436994" y="481450"/>
            <a:ext cx="181700" cy="176775"/>
          </a:xfrm>
          <a:prstGeom prst="rect">
            <a:avLst/>
          </a:prstGeom>
          <a:noFill/>
          <a:ln cap="flat" cmpd="sng" w="9525">
            <a:solidFill>
              <a:srgbClr val="000000"/>
            </a:solidFill>
            <a:prstDash val="solid"/>
            <a:round/>
            <a:headEnd len="sm" w="sm" type="none"/>
            <a:tailEnd len="sm" w="sm" type="none"/>
          </a:ln>
        </p:spPr>
      </p:pic>
      <p:pic>
        <p:nvPicPr>
          <p:cNvPr id="266" name="Google Shape;266;p16"/>
          <p:cNvPicPr preferRelativeResize="0"/>
          <p:nvPr/>
        </p:nvPicPr>
        <p:blipFill>
          <a:blip r:embed="rId4">
            <a:alphaModFix/>
          </a:blip>
          <a:stretch>
            <a:fillRect/>
          </a:stretch>
        </p:blipFill>
        <p:spPr>
          <a:xfrm>
            <a:off x="8793488" y="476683"/>
            <a:ext cx="271018" cy="186325"/>
          </a:xfrm>
          <a:prstGeom prst="rect">
            <a:avLst/>
          </a:prstGeom>
          <a:noFill/>
          <a:ln cap="flat" cmpd="sng" w="9525">
            <a:solidFill>
              <a:srgbClr val="000000"/>
            </a:solidFill>
            <a:prstDash val="solid"/>
            <a:round/>
            <a:headEnd len="sm" w="sm" type="none"/>
            <a:tailEnd len="sm" w="sm" type="none"/>
          </a:ln>
        </p:spPr>
      </p:pic>
      <p:pic>
        <p:nvPicPr>
          <p:cNvPr id="267" name="Google Shape;267;p16"/>
          <p:cNvPicPr preferRelativeResize="0"/>
          <p:nvPr/>
        </p:nvPicPr>
        <p:blipFill>
          <a:blip r:embed="rId3">
            <a:alphaModFix/>
          </a:blip>
          <a:stretch>
            <a:fillRect/>
          </a:stretch>
        </p:blipFill>
        <p:spPr>
          <a:xfrm>
            <a:off x="3435994" y="908450"/>
            <a:ext cx="181700" cy="176775"/>
          </a:xfrm>
          <a:prstGeom prst="rect">
            <a:avLst/>
          </a:prstGeom>
          <a:noFill/>
          <a:ln cap="flat" cmpd="sng" w="9525">
            <a:solidFill>
              <a:srgbClr val="000000"/>
            </a:solidFill>
            <a:prstDash val="solid"/>
            <a:round/>
            <a:headEnd len="sm" w="sm" type="none"/>
            <a:tailEnd len="sm" w="sm" type="none"/>
          </a:ln>
        </p:spPr>
      </p:pic>
      <p:pic>
        <p:nvPicPr>
          <p:cNvPr id="268" name="Google Shape;268;p16"/>
          <p:cNvPicPr preferRelativeResize="0"/>
          <p:nvPr/>
        </p:nvPicPr>
        <p:blipFill>
          <a:blip r:embed="rId5">
            <a:alphaModFix/>
          </a:blip>
          <a:stretch>
            <a:fillRect/>
          </a:stretch>
        </p:blipFill>
        <p:spPr>
          <a:xfrm>
            <a:off x="5228090" y="903674"/>
            <a:ext cx="209060" cy="186325"/>
          </a:xfrm>
          <a:prstGeom prst="rect">
            <a:avLst/>
          </a:prstGeom>
          <a:noFill/>
          <a:ln cap="flat" cmpd="sng" w="9525">
            <a:solidFill>
              <a:srgbClr val="000000"/>
            </a:solidFill>
            <a:prstDash val="solid"/>
            <a:round/>
            <a:headEnd len="sm" w="sm" type="none"/>
            <a:tailEnd len="sm" w="sm" type="none"/>
          </a:ln>
        </p:spPr>
      </p:pic>
      <p:pic>
        <p:nvPicPr>
          <p:cNvPr id="269" name="Google Shape;269;p16"/>
          <p:cNvPicPr preferRelativeResize="0"/>
          <p:nvPr/>
        </p:nvPicPr>
        <p:blipFill>
          <a:blip r:embed="rId3">
            <a:alphaModFix/>
          </a:blip>
          <a:stretch>
            <a:fillRect/>
          </a:stretch>
        </p:blipFill>
        <p:spPr>
          <a:xfrm>
            <a:off x="8873119" y="907950"/>
            <a:ext cx="181700" cy="176775"/>
          </a:xfrm>
          <a:prstGeom prst="rect">
            <a:avLst/>
          </a:prstGeom>
          <a:noFill/>
          <a:ln cap="flat" cmpd="sng" w="9525">
            <a:solidFill>
              <a:srgbClr val="000000"/>
            </a:solidFill>
            <a:prstDash val="solid"/>
            <a:round/>
            <a:headEnd len="sm" w="sm" type="none"/>
            <a:tailEnd len="sm" w="sm" type="none"/>
          </a:ln>
        </p:spPr>
      </p:pic>
      <p:pic>
        <p:nvPicPr>
          <p:cNvPr id="270" name="Google Shape;270;p16"/>
          <p:cNvPicPr preferRelativeResize="0"/>
          <p:nvPr/>
        </p:nvPicPr>
        <p:blipFill>
          <a:blip r:embed="rId4">
            <a:alphaModFix/>
          </a:blip>
          <a:stretch>
            <a:fillRect/>
          </a:stretch>
        </p:blipFill>
        <p:spPr>
          <a:xfrm>
            <a:off x="7590213" y="1328358"/>
            <a:ext cx="271018" cy="186325"/>
          </a:xfrm>
          <a:prstGeom prst="rect">
            <a:avLst/>
          </a:prstGeom>
          <a:noFill/>
          <a:ln cap="flat" cmpd="sng" w="9525">
            <a:solidFill>
              <a:srgbClr val="000000"/>
            </a:solidFill>
            <a:prstDash val="solid"/>
            <a:round/>
            <a:headEnd len="sm" w="sm" type="none"/>
            <a:tailEnd len="sm" w="sm" type="none"/>
          </a:ln>
        </p:spPr>
      </p:pic>
      <p:pic>
        <p:nvPicPr>
          <p:cNvPr id="271" name="Google Shape;271;p16"/>
          <p:cNvPicPr preferRelativeResize="0"/>
          <p:nvPr/>
        </p:nvPicPr>
        <p:blipFill>
          <a:blip r:embed="rId5">
            <a:alphaModFix/>
          </a:blip>
          <a:stretch>
            <a:fillRect/>
          </a:stretch>
        </p:blipFill>
        <p:spPr>
          <a:xfrm>
            <a:off x="8844115" y="1334037"/>
            <a:ext cx="209060" cy="186325"/>
          </a:xfrm>
          <a:prstGeom prst="rect">
            <a:avLst/>
          </a:prstGeom>
          <a:noFill/>
          <a:ln cap="flat" cmpd="sng" w="9525">
            <a:solidFill>
              <a:srgbClr val="000000"/>
            </a:solidFill>
            <a:prstDash val="solid"/>
            <a:round/>
            <a:headEnd len="sm" w="sm" type="none"/>
            <a:tailEnd len="sm" w="sm" type="none"/>
          </a:ln>
        </p:spPr>
      </p:pic>
      <p:pic>
        <p:nvPicPr>
          <p:cNvPr id="272" name="Google Shape;272;p16"/>
          <p:cNvPicPr preferRelativeResize="0"/>
          <p:nvPr/>
        </p:nvPicPr>
        <p:blipFill>
          <a:blip r:embed="rId3">
            <a:alphaModFix/>
          </a:blip>
          <a:stretch>
            <a:fillRect/>
          </a:stretch>
        </p:blipFill>
        <p:spPr>
          <a:xfrm>
            <a:off x="3254294" y="1758313"/>
            <a:ext cx="181700" cy="176775"/>
          </a:xfrm>
          <a:prstGeom prst="rect">
            <a:avLst/>
          </a:prstGeom>
          <a:noFill/>
          <a:ln cap="flat" cmpd="sng" w="9525">
            <a:solidFill>
              <a:srgbClr val="000000"/>
            </a:solidFill>
            <a:prstDash val="solid"/>
            <a:round/>
            <a:headEnd len="sm" w="sm" type="none"/>
            <a:tailEnd len="sm" w="sm" type="none"/>
          </a:ln>
        </p:spPr>
      </p:pic>
      <p:pic>
        <p:nvPicPr>
          <p:cNvPr id="273" name="Google Shape;273;p16"/>
          <p:cNvPicPr preferRelativeResize="0"/>
          <p:nvPr/>
        </p:nvPicPr>
        <p:blipFill>
          <a:blip r:embed="rId3">
            <a:alphaModFix/>
          </a:blip>
          <a:stretch>
            <a:fillRect/>
          </a:stretch>
        </p:blipFill>
        <p:spPr>
          <a:xfrm>
            <a:off x="4125144" y="1762400"/>
            <a:ext cx="181700" cy="176775"/>
          </a:xfrm>
          <a:prstGeom prst="rect">
            <a:avLst/>
          </a:prstGeom>
          <a:noFill/>
          <a:ln cap="flat" cmpd="sng" w="9525">
            <a:solidFill>
              <a:srgbClr val="000000"/>
            </a:solidFill>
            <a:prstDash val="solid"/>
            <a:round/>
            <a:headEnd len="sm" w="sm" type="none"/>
            <a:tailEnd len="sm" w="sm" type="none"/>
          </a:ln>
        </p:spPr>
      </p:pic>
      <p:pic>
        <p:nvPicPr>
          <p:cNvPr id="274" name="Google Shape;274;p16"/>
          <p:cNvPicPr preferRelativeResize="0"/>
          <p:nvPr/>
        </p:nvPicPr>
        <p:blipFill>
          <a:blip r:embed="rId5">
            <a:alphaModFix/>
          </a:blip>
          <a:stretch>
            <a:fillRect/>
          </a:stretch>
        </p:blipFill>
        <p:spPr>
          <a:xfrm>
            <a:off x="7410740" y="1757637"/>
            <a:ext cx="209060" cy="186325"/>
          </a:xfrm>
          <a:prstGeom prst="rect">
            <a:avLst/>
          </a:prstGeom>
          <a:noFill/>
          <a:ln cap="flat" cmpd="sng" w="9525">
            <a:solidFill>
              <a:srgbClr val="000000"/>
            </a:solidFill>
            <a:prstDash val="solid"/>
            <a:round/>
            <a:headEnd len="sm" w="sm" type="none"/>
            <a:tailEnd len="sm" w="sm" type="none"/>
          </a:ln>
        </p:spPr>
      </p:pic>
      <p:pic>
        <p:nvPicPr>
          <p:cNvPr id="275" name="Google Shape;275;p16"/>
          <p:cNvPicPr preferRelativeResize="0"/>
          <p:nvPr/>
        </p:nvPicPr>
        <p:blipFill>
          <a:blip r:embed="rId3">
            <a:alphaModFix/>
          </a:blip>
          <a:stretch>
            <a:fillRect/>
          </a:stretch>
        </p:blipFill>
        <p:spPr>
          <a:xfrm>
            <a:off x="2381719" y="1758188"/>
            <a:ext cx="181700" cy="176775"/>
          </a:xfrm>
          <a:prstGeom prst="rect">
            <a:avLst/>
          </a:prstGeom>
          <a:noFill/>
          <a:ln cap="flat" cmpd="sng" w="9525">
            <a:solidFill>
              <a:srgbClr val="000000"/>
            </a:solidFill>
            <a:prstDash val="solid"/>
            <a:round/>
            <a:headEnd len="sm" w="sm" type="none"/>
            <a:tailEnd len="sm" w="sm" type="none"/>
          </a:ln>
        </p:spPr>
      </p:pic>
      <p:pic>
        <p:nvPicPr>
          <p:cNvPr id="276" name="Google Shape;276;p16"/>
          <p:cNvPicPr preferRelativeResize="0"/>
          <p:nvPr/>
        </p:nvPicPr>
        <p:blipFill>
          <a:blip r:embed="rId5">
            <a:alphaModFix/>
          </a:blip>
          <a:stretch>
            <a:fillRect/>
          </a:stretch>
        </p:blipFill>
        <p:spPr>
          <a:xfrm>
            <a:off x="8808265" y="1757999"/>
            <a:ext cx="209060" cy="186325"/>
          </a:xfrm>
          <a:prstGeom prst="rect">
            <a:avLst/>
          </a:prstGeom>
          <a:noFill/>
          <a:ln cap="flat" cmpd="sng" w="9525">
            <a:solidFill>
              <a:srgbClr val="000000"/>
            </a:solidFill>
            <a:prstDash val="solid"/>
            <a:round/>
            <a:headEnd len="sm" w="sm" type="none"/>
            <a:tailEnd len="sm" w="sm" type="none"/>
          </a:ln>
        </p:spPr>
      </p:pic>
      <p:pic>
        <p:nvPicPr>
          <p:cNvPr id="277" name="Google Shape;277;p16"/>
          <p:cNvPicPr preferRelativeResize="0"/>
          <p:nvPr/>
        </p:nvPicPr>
        <p:blipFill>
          <a:blip r:embed="rId3">
            <a:alphaModFix/>
          </a:blip>
          <a:stretch>
            <a:fillRect/>
          </a:stretch>
        </p:blipFill>
        <p:spPr>
          <a:xfrm>
            <a:off x="1502169" y="2186938"/>
            <a:ext cx="181700" cy="176775"/>
          </a:xfrm>
          <a:prstGeom prst="rect">
            <a:avLst/>
          </a:prstGeom>
          <a:noFill/>
          <a:ln cap="flat" cmpd="sng" w="9525">
            <a:solidFill>
              <a:srgbClr val="000000"/>
            </a:solidFill>
            <a:prstDash val="solid"/>
            <a:round/>
            <a:headEnd len="sm" w="sm" type="none"/>
            <a:tailEnd len="sm" w="sm" type="none"/>
          </a:ln>
        </p:spPr>
      </p:pic>
      <p:pic>
        <p:nvPicPr>
          <p:cNvPr id="278" name="Google Shape;278;p16"/>
          <p:cNvPicPr preferRelativeResize="0"/>
          <p:nvPr/>
        </p:nvPicPr>
        <p:blipFill>
          <a:blip r:embed="rId3">
            <a:alphaModFix/>
          </a:blip>
          <a:stretch>
            <a:fillRect/>
          </a:stretch>
        </p:blipFill>
        <p:spPr>
          <a:xfrm>
            <a:off x="6969319" y="2186913"/>
            <a:ext cx="181700" cy="176775"/>
          </a:xfrm>
          <a:prstGeom prst="rect">
            <a:avLst/>
          </a:prstGeom>
          <a:noFill/>
          <a:ln cap="flat" cmpd="sng" w="9525">
            <a:solidFill>
              <a:srgbClr val="000000"/>
            </a:solidFill>
            <a:prstDash val="solid"/>
            <a:round/>
            <a:headEnd len="sm" w="sm" type="none"/>
            <a:tailEnd len="sm" w="sm" type="none"/>
          </a:ln>
        </p:spPr>
      </p:pic>
      <p:pic>
        <p:nvPicPr>
          <p:cNvPr id="279" name="Google Shape;279;p16"/>
          <p:cNvPicPr preferRelativeResize="0"/>
          <p:nvPr/>
        </p:nvPicPr>
        <p:blipFill>
          <a:blip r:embed="rId3">
            <a:alphaModFix/>
          </a:blip>
          <a:stretch>
            <a:fillRect/>
          </a:stretch>
        </p:blipFill>
        <p:spPr>
          <a:xfrm>
            <a:off x="6140769" y="2186913"/>
            <a:ext cx="181700" cy="176775"/>
          </a:xfrm>
          <a:prstGeom prst="rect">
            <a:avLst/>
          </a:prstGeom>
          <a:noFill/>
          <a:ln cap="flat" cmpd="sng" w="9525">
            <a:solidFill>
              <a:srgbClr val="000000"/>
            </a:solidFill>
            <a:prstDash val="solid"/>
            <a:round/>
            <a:headEnd len="sm" w="sm" type="none"/>
            <a:tailEnd len="sm" w="sm" type="none"/>
          </a:ln>
        </p:spPr>
      </p:pic>
      <p:pic>
        <p:nvPicPr>
          <p:cNvPr id="280" name="Google Shape;280;p16"/>
          <p:cNvPicPr preferRelativeResize="0"/>
          <p:nvPr/>
        </p:nvPicPr>
        <p:blipFill>
          <a:blip r:embed="rId3">
            <a:alphaModFix/>
          </a:blip>
          <a:stretch>
            <a:fillRect/>
          </a:stretch>
        </p:blipFill>
        <p:spPr>
          <a:xfrm>
            <a:off x="8849969" y="2191725"/>
            <a:ext cx="181700" cy="176775"/>
          </a:xfrm>
          <a:prstGeom prst="rect">
            <a:avLst/>
          </a:prstGeom>
          <a:noFill/>
          <a:ln cap="flat" cmpd="sng" w="9525">
            <a:solidFill>
              <a:srgbClr val="000000"/>
            </a:solidFill>
            <a:prstDash val="solid"/>
            <a:round/>
            <a:headEnd len="sm" w="sm" type="none"/>
            <a:tailEnd len="sm" w="sm" type="none"/>
          </a:ln>
        </p:spPr>
      </p:pic>
      <p:pic>
        <p:nvPicPr>
          <p:cNvPr id="281" name="Google Shape;281;p16"/>
          <p:cNvPicPr preferRelativeResize="0"/>
          <p:nvPr/>
        </p:nvPicPr>
        <p:blipFill>
          <a:blip r:embed="rId3">
            <a:alphaModFix/>
          </a:blip>
          <a:stretch>
            <a:fillRect/>
          </a:stretch>
        </p:blipFill>
        <p:spPr>
          <a:xfrm>
            <a:off x="8173931" y="2615550"/>
            <a:ext cx="181700" cy="176775"/>
          </a:xfrm>
          <a:prstGeom prst="rect">
            <a:avLst/>
          </a:prstGeom>
          <a:noFill/>
          <a:ln cap="flat" cmpd="sng" w="9525">
            <a:solidFill>
              <a:srgbClr val="000000"/>
            </a:solidFill>
            <a:prstDash val="solid"/>
            <a:round/>
            <a:headEnd len="sm" w="sm" type="none"/>
            <a:tailEnd len="sm" w="sm" type="none"/>
          </a:ln>
        </p:spPr>
      </p:pic>
      <p:pic>
        <p:nvPicPr>
          <p:cNvPr id="282" name="Google Shape;282;p16"/>
          <p:cNvPicPr preferRelativeResize="0"/>
          <p:nvPr/>
        </p:nvPicPr>
        <p:blipFill>
          <a:blip r:embed="rId3">
            <a:alphaModFix/>
          </a:blip>
          <a:stretch>
            <a:fillRect/>
          </a:stretch>
        </p:blipFill>
        <p:spPr>
          <a:xfrm>
            <a:off x="6699194" y="2620075"/>
            <a:ext cx="181700" cy="176775"/>
          </a:xfrm>
          <a:prstGeom prst="rect">
            <a:avLst/>
          </a:prstGeom>
          <a:noFill/>
          <a:ln cap="flat" cmpd="sng" w="9525">
            <a:solidFill>
              <a:srgbClr val="000000"/>
            </a:solidFill>
            <a:prstDash val="solid"/>
            <a:round/>
            <a:headEnd len="sm" w="sm" type="none"/>
            <a:tailEnd len="sm" w="sm" type="none"/>
          </a:ln>
        </p:spPr>
      </p:pic>
      <p:pic>
        <p:nvPicPr>
          <p:cNvPr id="283" name="Google Shape;283;p16"/>
          <p:cNvPicPr preferRelativeResize="0"/>
          <p:nvPr/>
        </p:nvPicPr>
        <p:blipFill>
          <a:blip r:embed="rId3">
            <a:alphaModFix/>
          </a:blip>
          <a:stretch>
            <a:fillRect/>
          </a:stretch>
        </p:blipFill>
        <p:spPr>
          <a:xfrm>
            <a:off x="5752519" y="2615588"/>
            <a:ext cx="181700" cy="176775"/>
          </a:xfrm>
          <a:prstGeom prst="rect">
            <a:avLst/>
          </a:prstGeom>
          <a:noFill/>
          <a:ln cap="flat" cmpd="sng" w="9525">
            <a:solidFill>
              <a:srgbClr val="000000"/>
            </a:solidFill>
            <a:prstDash val="solid"/>
            <a:round/>
            <a:headEnd len="sm" w="sm" type="none"/>
            <a:tailEnd len="sm" w="sm" type="none"/>
          </a:ln>
        </p:spPr>
      </p:pic>
      <p:pic>
        <p:nvPicPr>
          <p:cNvPr id="284" name="Google Shape;284;p16"/>
          <p:cNvPicPr preferRelativeResize="0"/>
          <p:nvPr/>
        </p:nvPicPr>
        <p:blipFill>
          <a:blip r:embed="rId4">
            <a:alphaModFix/>
          </a:blip>
          <a:stretch>
            <a:fillRect/>
          </a:stretch>
        </p:blipFill>
        <p:spPr>
          <a:xfrm>
            <a:off x="4916100" y="2615233"/>
            <a:ext cx="271018" cy="186325"/>
          </a:xfrm>
          <a:prstGeom prst="rect">
            <a:avLst/>
          </a:prstGeom>
          <a:noFill/>
          <a:ln cap="flat" cmpd="sng" w="9525">
            <a:solidFill>
              <a:srgbClr val="000000"/>
            </a:solidFill>
            <a:prstDash val="solid"/>
            <a:round/>
            <a:headEnd len="sm" w="sm" type="none"/>
            <a:tailEnd len="sm" w="sm" type="none"/>
          </a:ln>
        </p:spPr>
      </p:pic>
      <p:pic>
        <p:nvPicPr>
          <p:cNvPr id="285" name="Google Shape;285;p16"/>
          <p:cNvPicPr preferRelativeResize="0"/>
          <p:nvPr/>
        </p:nvPicPr>
        <p:blipFill>
          <a:blip r:embed="rId3">
            <a:alphaModFix/>
          </a:blip>
          <a:stretch>
            <a:fillRect/>
          </a:stretch>
        </p:blipFill>
        <p:spPr>
          <a:xfrm>
            <a:off x="2381731" y="3044138"/>
            <a:ext cx="181700" cy="176775"/>
          </a:xfrm>
          <a:prstGeom prst="rect">
            <a:avLst/>
          </a:prstGeom>
          <a:noFill/>
          <a:ln cap="flat" cmpd="sng" w="9525">
            <a:solidFill>
              <a:srgbClr val="000000"/>
            </a:solidFill>
            <a:prstDash val="solid"/>
            <a:round/>
            <a:headEnd len="sm" w="sm" type="none"/>
            <a:tailEnd len="sm" w="sm" type="none"/>
          </a:ln>
        </p:spPr>
      </p:pic>
      <p:pic>
        <p:nvPicPr>
          <p:cNvPr id="286" name="Google Shape;286;p16"/>
          <p:cNvPicPr preferRelativeResize="0"/>
          <p:nvPr/>
        </p:nvPicPr>
        <p:blipFill>
          <a:blip r:embed="rId3">
            <a:alphaModFix/>
          </a:blip>
          <a:stretch>
            <a:fillRect/>
          </a:stretch>
        </p:blipFill>
        <p:spPr>
          <a:xfrm>
            <a:off x="1498331" y="3044150"/>
            <a:ext cx="181700" cy="176775"/>
          </a:xfrm>
          <a:prstGeom prst="rect">
            <a:avLst/>
          </a:prstGeom>
          <a:noFill/>
          <a:ln cap="flat" cmpd="sng" w="9525">
            <a:solidFill>
              <a:srgbClr val="000000"/>
            </a:solidFill>
            <a:prstDash val="solid"/>
            <a:round/>
            <a:headEnd len="sm" w="sm" type="none"/>
            <a:tailEnd len="sm" w="sm" type="none"/>
          </a:ln>
        </p:spPr>
      </p:pic>
      <p:pic>
        <p:nvPicPr>
          <p:cNvPr id="287" name="Google Shape;287;p16"/>
          <p:cNvPicPr preferRelativeResize="0"/>
          <p:nvPr/>
        </p:nvPicPr>
        <p:blipFill>
          <a:blip r:embed="rId3">
            <a:alphaModFix/>
          </a:blip>
          <a:stretch>
            <a:fillRect/>
          </a:stretch>
        </p:blipFill>
        <p:spPr>
          <a:xfrm>
            <a:off x="5284281" y="3044150"/>
            <a:ext cx="181700" cy="176775"/>
          </a:xfrm>
          <a:prstGeom prst="rect">
            <a:avLst/>
          </a:prstGeom>
          <a:noFill/>
          <a:ln cap="flat" cmpd="sng" w="9525">
            <a:solidFill>
              <a:srgbClr val="000000"/>
            </a:solidFill>
            <a:prstDash val="solid"/>
            <a:round/>
            <a:headEnd len="sm" w="sm" type="none"/>
            <a:tailEnd len="sm" w="sm" type="none"/>
          </a:ln>
        </p:spPr>
      </p:pic>
      <p:pic>
        <p:nvPicPr>
          <p:cNvPr id="288" name="Google Shape;288;p16"/>
          <p:cNvPicPr preferRelativeResize="0"/>
          <p:nvPr/>
        </p:nvPicPr>
        <p:blipFill>
          <a:blip r:embed="rId3">
            <a:alphaModFix/>
          </a:blip>
          <a:stretch>
            <a:fillRect/>
          </a:stretch>
        </p:blipFill>
        <p:spPr>
          <a:xfrm>
            <a:off x="4142569" y="3046238"/>
            <a:ext cx="181700" cy="176775"/>
          </a:xfrm>
          <a:prstGeom prst="rect">
            <a:avLst/>
          </a:prstGeom>
          <a:noFill/>
          <a:ln cap="flat" cmpd="sng" w="9525">
            <a:solidFill>
              <a:srgbClr val="000000"/>
            </a:solidFill>
            <a:prstDash val="solid"/>
            <a:round/>
            <a:headEnd len="sm" w="sm" type="none"/>
            <a:tailEnd len="sm" w="sm" type="none"/>
          </a:ln>
        </p:spPr>
      </p:pic>
      <p:pic>
        <p:nvPicPr>
          <p:cNvPr id="289" name="Google Shape;289;p16"/>
          <p:cNvPicPr preferRelativeResize="0"/>
          <p:nvPr/>
        </p:nvPicPr>
        <p:blipFill>
          <a:blip r:embed="rId3">
            <a:alphaModFix/>
          </a:blip>
          <a:stretch>
            <a:fillRect/>
          </a:stretch>
        </p:blipFill>
        <p:spPr>
          <a:xfrm>
            <a:off x="3249719" y="3472788"/>
            <a:ext cx="181700" cy="176775"/>
          </a:xfrm>
          <a:prstGeom prst="rect">
            <a:avLst/>
          </a:prstGeom>
          <a:noFill/>
          <a:ln cap="flat" cmpd="sng" w="9525">
            <a:solidFill>
              <a:srgbClr val="595959"/>
            </a:solidFill>
            <a:prstDash val="solid"/>
            <a:round/>
            <a:headEnd len="sm" w="sm" type="none"/>
            <a:tailEnd len="sm" w="sm" type="none"/>
          </a:ln>
        </p:spPr>
      </p:pic>
      <p:pic>
        <p:nvPicPr>
          <p:cNvPr id="290" name="Google Shape;290;p16"/>
          <p:cNvPicPr preferRelativeResize="0"/>
          <p:nvPr/>
        </p:nvPicPr>
        <p:blipFill>
          <a:blip r:embed="rId6">
            <a:alphaModFix/>
          </a:blip>
          <a:stretch>
            <a:fillRect/>
          </a:stretch>
        </p:blipFill>
        <p:spPr>
          <a:xfrm>
            <a:off x="4718625" y="3486563"/>
            <a:ext cx="328809" cy="186325"/>
          </a:xfrm>
          <a:prstGeom prst="rect">
            <a:avLst/>
          </a:prstGeom>
          <a:noFill/>
          <a:ln cap="flat" cmpd="sng" w="9525">
            <a:solidFill>
              <a:srgbClr val="000000"/>
            </a:solidFill>
            <a:prstDash val="solid"/>
            <a:round/>
            <a:headEnd len="sm" w="sm" type="none"/>
            <a:tailEnd len="sm" w="sm" type="none"/>
          </a:ln>
        </p:spPr>
      </p:pic>
      <p:pic>
        <p:nvPicPr>
          <p:cNvPr id="291" name="Google Shape;291;p16"/>
          <p:cNvPicPr preferRelativeResize="0"/>
          <p:nvPr/>
        </p:nvPicPr>
        <p:blipFill>
          <a:blip r:embed="rId5">
            <a:alphaModFix/>
          </a:blip>
          <a:stretch>
            <a:fillRect/>
          </a:stretch>
        </p:blipFill>
        <p:spPr>
          <a:xfrm>
            <a:off x="8160240" y="3486574"/>
            <a:ext cx="209060" cy="186325"/>
          </a:xfrm>
          <a:prstGeom prst="rect">
            <a:avLst/>
          </a:prstGeom>
          <a:noFill/>
          <a:ln cap="flat" cmpd="sng" w="9525">
            <a:solidFill>
              <a:srgbClr val="000000"/>
            </a:solidFill>
            <a:prstDash val="solid"/>
            <a:round/>
            <a:headEnd len="sm" w="sm" type="none"/>
            <a:tailEnd len="sm" w="sm" type="none"/>
          </a:ln>
        </p:spPr>
      </p:pic>
      <p:pic>
        <p:nvPicPr>
          <p:cNvPr id="292" name="Google Shape;292;p16"/>
          <p:cNvPicPr preferRelativeResize="0"/>
          <p:nvPr/>
        </p:nvPicPr>
        <p:blipFill>
          <a:blip r:embed="rId3">
            <a:alphaModFix/>
          </a:blip>
          <a:stretch>
            <a:fillRect/>
          </a:stretch>
        </p:blipFill>
        <p:spPr>
          <a:xfrm>
            <a:off x="2381731" y="3901463"/>
            <a:ext cx="181700" cy="176775"/>
          </a:xfrm>
          <a:prstGeom prst="rect">
            <a:avLst/>
          </a:prstGeom>
          <a:noFill/>
          <a:ln cap="flat" cmpd="sng" w="9525">
            <a:solidFill>
              <a:srgbClr val="000000"/>
            </a:solidFill>
            <a:prstDash val="solid"/>
            <a:round/>
            <a:headEnd len="sm" w="sm" type="none"/>
            <a:tailEnd len="sm" w="sm" type="none"/>
          </a:ln>
        </p:spPr>
      </p:pic>
      <p:pic>
        <p:nvPicPr>
          <p:cNvPr id="293" name="Google Shape;293;p16"/>
          <p:cNvPicPr preferRelativeResize="0"/>
          <p:nvPr/>
        </p:nvPicPr>
        <p:blipFill>
          <a:blip r:embed="rId7">
            <a:alphaModFix/>
          </a:blip>
          <a:stretch>
            <a:fillRect/>
          </a:stretch>
        </p:blipFill>
        <p:spPr>
          <a:xfrm>
            <a:off x="7219250" y="3901479"/>
            <a:ext cx="191500" cy="181421"/>
          </a:xfrm>
          <a:prstGeom prst="rect">
            <a:avLst/>
          </a:prstGeom>
          <a:noFill/>
          <a:ln cap="flat" cmpd="sng" w="9525">
            <a:solidFill>
              <a:srgbClr val="000000"/>
            </a:solidFill>
            <a:prstDash val="solid"/>
            <a:round/>
            <a:headEnd len="sm" w="sm" type="none"/>
            <a:tailEnd len="sm" w="sm" type="none"/>
          </a:ln>
        </p:spPr>
      </p:pic>
      <p:pic>
        <p:nvPicPr>
          <p:cNvPr id="294" name="Google Shape;294;p16"/>
          <p:cNvPicPr preferRelativeResize="0"/>
          <p:nvPr/>
        </p:nvPicPr>
        <p:blipFill>
          <a:blip r:embed="rId4">
            <a:alphaModFix/>
          </a:blip>
          <a:stretch>
            <a:fillRect/>
          </a:stretch>
        </p:blipFill>
        <p:spPr>
          <a:xfrm>
            <a:off x="7590213" y="4330108"/>
            <a:ext cx="271018" cy="186325"/>
          </a:xfrm>
          <a:prstGeom prst="rect">
            <a:avLst/>
          </a:prstGeom>
          <a:noFill/>
          <a:ln cap="flat" cmpd="sng" w="9525">
            <a:solidFill>
              <a:srgbClr val="000000"/>
            </a:solidFill>
            <a:prstDash val="solid"/>
            <a:round/>
            <a:headEnd len="sm" w="sm" type="none"/>
            <a:tailEnd len="sm" w="sm" type="none"/>
          </a:ln>
        </p:spPr>
      </p:pic>
      <p:pic>
        <p:nvPicPr>
          <p:cNvPr id="295" name="Google Shape;295;p16"/>
          <p:cNvPicPr preferRelativeResize="0"/>
          <p:nvPr/>
        </p:nvPicPr>
        <p:blipFill>
          <a:blip r:embed="rId5">
            <a:alphaModFix/>
          </a:blip>
          <a:stretch>
            <a:fillRect/>
          </a:stretch>
        </p:blipFill>
        <p:spPr>
          <a:xfrm>
            <a:off x="4627615" y="4330112"/>
            <a:ext cx="209060" cy="186325"/>
          </a:xfrm>
          <a:prstGeom prst="rect">
            <a:avLst/>
          </a:prstGeom>
          <a:noFill/>
          <a:ln cap="flat" cmpd="sng" w="9525">
            <a:solidFill>
              <a:srgbClr val="666666"/>
            </a:solidFill>
            <a:prstDash val="solid"/>
            <a:round/>
            <a:headEnd len="sm" w="sm" type="none"/>
            <a:tailEnd len="sm" w="sm" type="none"/>
          </a:ln>
        </p:spPr>
      </p:pic>
      <p:pic>
        <p:nvPicPr>
          <p:cNvPr id="296" name="Google Shape;296;p16"/>
          <p:cNvPicPr preferRelativeResize="0"/>
          <p:nvPr/>
        </p:nvPicPr>
        <p:blipFill>
          <a:blip r:embed="rId3">
            <a:alphaModFix/>
          </a:blip>
          <a:stretch>
            <a:fillRect/>
          </a:stretch>
        </p:blipFill>
        <p:spPr>
          <a:xfrm>
            <a:off x="3712519" y="4758700"/>
            <a:ext cx="181700" cy="176775"/>
          </a:xfrm>
          <a:prstGeom prst="rect">
            <a:avLst/>
          </a:prstGeom>
          <a:noFill/>
          <a:ln cap="flat" cmpd="sng" w="9525">
            <a:solidFill>
              <a:srgbClr val="000000"/>
            </a:solidFill>
            <a:prstDash val="solid"/>
            <a:round/>
            <a:headEnd len="sm" w="sm" type="none"/>
            <a:tailEnd len="sm" w="sm" type="none"/>
          </a:ln>
        </p:spPr>
      </p:pic>
      <p:pic>
        <p:nvPicPr>
          <p:cNvPr id="297" name="Google Shape;297;p16"/>
          <p:cNvPicPr preferRelativeResize="0"/>
          <p:nvPr/>
        </p:nvPicPr>
        <p:blipFill>
          <a:blip r:embed="rId3">
            <a:alphaModFix/>
          </a:blip>
          <a:stretch>
            <a:fillRect/>
          </a:stretch>
        </p:blipFill>
        <p:spPr>
          <a:xfrm>
            <a:off x="6236581" y="4758688"/>
            <a:ext cx="181700" cy="176775"/>
          </a:xfrm>
          <a:prstGeom prst="rect">
            <a:avLst/>
          </a:prstGeom>
          <a:noFill/>
          <a:ln cap="flat" cmpd="sng" w="9525">
            <a:solidFill>
              <a:srgbClr val="000000"/>
            </a:solidFill>
            <a:prstDash val="solid"/>
            <a:round/>
            <a:headEnd len="sm" w="sm" type="none"/>
            <a:tailEnd len="sm" w="sm" type="none"/>
          </a:ln>
        </p:spPr>
      </p:pic>
      <p:grpSp>
        <p:nvGrpSpPr>
          <p:cNvPr id="298" name="Google Shape;298;p16"/>
          <p:cNvGrpSpPr/>
          <p:nvPr/>
        </p:nvGrpSpPr>
        <p:grpSpPr>
          <a:xfrm>
            <a:off x="5636023" y="1243663"/>
            <a:ext cx="270000" cy="233400"/>
            <a:chOff x="5593748" y="1243663"/>
            <a:chExt cx="270000" cy="233400"/>
          </a:xfrm>
        </p:grpSpPr>
        <p:sp>
          <p:nvSpPr>
            <p:cNvPr id="299" name="Google Shape;299;p16"/>
            <p:cNvSpPr/>
            <p:nvPr/>
          </p:nvSpPr>
          <p:spPr>
            <a:xfrm>
              <a:off x="5593748" y="1243663"/>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300" name="Google Shape;300;p16"/>
            <p:cNvSpPr txBox="1"/>
            <p:nvPr/>
          </p:nvSpPr>
          <p:spPr>
            <a:xfrm>
              <a:off x="5612322" y="1281724"/>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At</a:t>
              </a:r>
              <a:endParaRPr/>
            </a:p>
          </p:txBody>
        </p:sp>
      </p:grpSp>
      <p:grpSp>
        <p:nvGrpSpPr>
          <p:cNvPr id="301" name="Google Shape;301;p16"/>
          <p:cNvGrpSpPr/>
          <p:nvPr/>
        </p:nvGrpSpPr>
        <p:grpSpPr>
          <a:xfrm>
            <a:off x="5476111" y="1693088"/>
            <a:ext cx="270000" cy="233400"/>
            <a:chOff x="5593748" y="1243663"/>
            <a:chExt cx="270000" cy="233400"/>
          </a:xfrm>
        </p:grpSpPr>
        <p:sp>
          <p:nvSpPr>
            <p:cNvPr id="302" name="Google Shape;302;p16"/>
            <p:cNvSpPr/>
            <p:nvPr/>
          </p:nvSpPr>
          <p:spPr>
            <a:xfrm>
              <a:off x="5593748" y="1243663"/>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303" name="Google Shape;303;p16"/>
            <p:cNvSpPr txBox="1"/>
            <p:nvPr/>
          </p:nvSpPr>
          <p:spPr>
            <a:xfrm>
              <a:off x="5612322" y="1281724"/>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At</a:t>
              </a:r>
              <a:endParaRPr/>
            </a:p>
          </p:txBody>
        </p:sp>
      </p:grpSp>
      <p:sp>
        <p:nvSpPr>
          <p:cNvPr id="304" name="Google Shape;304;p16"/>
          <p:cNvSpPr/>
          <p:nvPr/>
        </p:nvSpPr>
        <p:spPr>
          <a:xfrm>
            <a:off x="7319205" y="2140998"/>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cxnSp>
        <p:nvCxnSpPr>
          <p:cNvPr id="305" name="Google Shape;305;p16"/>
          <p:cNvCxnSpPr>
            <a:stCxn id="225" idx="2"/>
            <a:endCxn id="229" idx="0"/>
          </p:cNvCxnSpPr>
          <p:nvPr/>
        </p:nvCxnSpPr>
        <p:spPr>
          <a:xfrm>
            <a:off x="3028856" y="2097894"/>
            <a:ext cx="0" cy="946200"/>
          </a:xfrm>
          <a:prstGeom prst="straightConnector1">
            <a:avLst/>
          </a:prstGeom>
          <a:noFill/>
          <a:ln cap="flat" cmpd="sng" w="19050">
            <a:solidFill>
              <a:srgbClr val="000000"/>
            </a:solidFill>
            <a:prstDash val="solid"/>
            <a:round/>
            <a:headEnd len="med" w="med" type="none"/>
            <a:tailEnd len="med" w="med" type="triangle"/>
          </a:ln>
        </p:spPr>
      </p:cxnSp>
      <p:grpSp>
        <p:nvGrpSpPr>
          <p:cNvPr id="306" name="Google Shape;306;p16"/>
          <p:cNvGrpSpPr/>
          <p:nvPr/>
        </p:nvGrpSpPr>
        <p:grpSpPr>
          <a:xfrm>
            <a:off x="1016163" y="4382699"/>
            <a:ext cx="786600" cy="626700"/>
            <a:chOff x="8098450" y="3274874"/>
            <a:chExt cx="786600" cy="626700"/>
          </a:xfrm>
        </p:grpSpPr>
        <p:sp>
          <p:nvSpPr>
            <p:cNvPr id="307" name="Google Shape;307;p16"/>
            <p:cNvSpPr/>
            <p:nvPr/>
          </p:nvSpPr>
          <p:spPr>
            <a:xfrm>
              <a:off x="8098450" y="3274874"/>
              <a:ext cx="786600" cy="6267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cxnSp>
          <p:nvCxnSpPr>
            <p:cNvPr id="308" name="Google Shape;308;p16"/>
            <p:cNvCxnSpPr/>
            <p:nvPr/>
          </p:nvCxnSpPr>
          <p:spPr>
            <a:xfrm rot="10800000">
              <a:off x="8261971" y="357055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309" name="Google Shape;309;p16"/>
            <p:cNvSpPr txBox="1"/>
            <p:nvPr/>
          </p:nvSpPr>
          <p:spPr>
            <a:xfrm>
              <a:off x="8269762" y="343229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nvGrpSpPr>
            <p:cNvPr id="310" name="Google Shape;310;p16"/>
            <p:cNvGrpSpPr/>
            <p:nvPr/>
          </p:nvGrpSpPr>
          <p:grpSpPr>
            <a:xfrm>
              <a:off x="8171566" y="3696525"/>
              <a:ext cx="640406" cy="150900"/>
              <a:chOff x="6248679" y="4159125"/>
              <a:chExt cx="640406" cy="150900"/>
            </a:xfrm>
          </p:grpSpPr>
          <p:sp>
            <p:nvSpPr>
              <p:cNvPr id="311" name="Google Shape;311;p16"/>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312" name="Google Shape;312;p16"/>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313" name="Google Shape;313;p16"/>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314" name="Google Shape;314;p16"/>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315" name="Google Shape;315;p16"/>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316" name="Google Shape;316;p16"/>
          <p:cNvSpPr/>
          <p:nvPr/>
        </p:nvSpPr>
        <p:spPr>
          <a:xfrm>
            <a:off x="125" y="42834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317" name="Google Shape;317;p16"/>
          <p:cNvSpPr/>
          <p:nvPr/>
        </p:nvSpPr>
        <p:spPr>
          <a:xfrm>
            <a:off x="125" y="85697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318" name="Google Shape;318;p16"/>
          <p:cNvSpPr/>
          <p:nvPr/>
        </p:nvSpPr>
        <p:spPr>
          <a:xfrm>
            <a:off x="125" y="128560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319" name="Google Shape;319;p16"/>
          <p:cNvSpPr/>
          <p:nvPr/>
        </p:nvSpPr>
        <p:spPr>
          <a:xfrm>
            <a:off x="125" y="1714239"/>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320" name="Google Shape;320;p16"/>
          <p:cNvSpPr/>
          <p:nvPr/>
        </p:nvSpPr>
        <p:spPr>
          <a:xfrm>
            <a:off x="125" y="2142870"/>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321" name="Google Shape;321;p16"/>
          <p:cNvSpPr/>
          <p:nvPr/>
        </p:nvSpPr>
        <p:spPr>
          <a:xfrm>
            <a:off x="125" y="2571500"/>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322" name="Google Shape;322;p16"/>
          <p:cNvSpPr/>
          <p:nvPr/>
        </p:nvSpPr>
        <p:spPr>
          <a:xfrm>
            <a:off x="125" y="3000142"/>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323" name="Google Shape;323;p16"/>
          <p:cNvSpPr/>
          <p:nvPr/>
        </p:nvSpPr>
        <p:spPr>
          <a:xfrm>
            <a:off x="125" y="3428772"/>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324" name="Google Shape;324;p16"/>
          <p:cNvSpPr/>
          <p:nvPr/>
        </p:nvSpPr>
        <p:spPr>
          <a:xfrm>
            <a:off x="125" y="385740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325" name="Google Shape;325;p16"/>
          <p:cNvSpPr/>
          <p:nvPr/>
        </p:nvSpPr>
        <p:spPr>
          <a:xfrm>
            <a:off x="125" y="428603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326" name="Google Shape;326;p16"/>
          <p:cNvSpPr/>
          <p:nvPr/>
        </p:nvSpPr>
        <p:spPr>
          <a:xfrm>
            <a:off x="125" y="471466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7"/>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Bard</a:t>
            </a:r>
            <a:r>
              <a:rPr b="1" lang="en" sz="2400">
                <a:solidFill>
                  <a:schemeClr val="dk1"/>
                </a:solidFill>
              </a:rPr>
              <a:t> Class Feat Tree	</a:t>
            </a:r>
            <a:endParaRPr b="1" sz="2400"/>
          </a:p>
        </p:txBody>
      </p:sp>
      <p:sp>
        <p:nvSpPr>
          <p:cNvPr id="332" name="Google Shape;332;p17"/>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3" name="Google Shape;333;p17"/>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4" name="Google Shape;334;p17"/>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5" name="Google Shape;335;p17"/>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6" name="Google Shape;336;p17"/>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7" name="Google Shape;337;p17"/>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8" name="Google Shape;338;p17"/>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39" name="Google Shape;339;p17"/>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40" name="Google Shape;340;p17"/>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41" name="Google Shape;341;p17"/>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42" name="Google Shape;342;p17"/>
          <p:cNvSpPr/>
          <p:nvPr/>
        </p:nvSpPr>
        <p:spPr>
          <a:xfrm>
            <a:off x="764500"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343" name="Google Shape;343;p17"/>
          <p:cNvSpPr/>
          <p:nvPr/>
        </p:nvSpPr>
        <p:spPr>
          <a:xfrm>
            <a:off x="752262" y="427613"/>
            <a:ext cx="1416300" cy="4715700"/>
          </a:xfrm>
          <a:prstGeom prst="rect">
            <a:avLst/>
          </a:prstGeom>
          <a:solidFill>
            <a:srgbClr val="EAD1DC"/>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3726763" y="427388"/>
            <a:ext cx="1686300" cy="4715700"/>
          </a:xfrm>
          <a:prstGeom prst="rect">
            <a:avLst/>
          </a:prstGeom>
          <a:solidFill>
            <a:srgbClr val="EAD1DC"/>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2169474" y="427388"/>
            <a:ext cx="1556400" cy="4715700"/>
          </a:xfrm>
          <a:prstGeom prst="rect">
            <a:avLst/>
          </a:prstGeom>
          <a:solidFill>
            <a:srgbClr val="EAD1DC"/>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txBox="1"/>
          <p:nvPr/>
        </p:nvSpPr>
        <p:spPr>
          <a:xfrm>
            <a:off x="3947331" y="4724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Versatile Performance</a:t>
            </a:r>
            <a:endParaRPr b="1" sz="800"/>
          </a:p>
        </p:txBody>
      </p:sp>
      <p:sp>
        <p:nvSpPr>
          <p:cNvPr id="347" name="Google Shape;347;p17"/>
          <p:cNvSpPr txBox="1"/>
          <p:nvPr/>
        </p:nvSpPr>
        <p:spPr>
          <a:xfrm>
            <a:off x="6825336" y="4723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Reach Spell</a:t>
            </a:r>
            <a:endParaRPr b="1" sz="800"/>
          </a:p>
        </p:txBody>
      </p:sp>
      <p:sp>
        <p:nvSpPr>
          <p:cNvPr id="348" name="Google Shape;348;p17"/>
          <p:cNvSpPr txBox="1"/>
          <p:nvPr/>
        </p:nvSpPr>
        <p:spPr>
          <a:xfrm>
            <a:off x="859050" y="4722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Bardic Lore</a:t>
            </a:r>
            <a:endParaRPr b="1" sz="800"/>
          </a:p>
        </p:txBody>
      </p:sp>
      <p:sp>
        <p:nvSpPr>
          <p:cNvPr id="349" name="Google Shape;349;p17"/>
          <p:cNvSpPr txBox="1"/>
          <p:nvPr/>
        </p:nvSpPr>
        <p:spPr>
          <a:xfrm>
            <a:off x="2422717" y="472038"/>
            <a:ext cx="972300" cy="3396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Lingering Composition</a:t>
            </a:r>
            <a:endParaRPr b="1" sz="800"/>
          </a:p>
        </p:txBody>
      </p:sp>
      <p:sp>
        <p:nvSpPr>
          <p:cNvPr id="350" name="Google Shape;350;p17"/>
          <p:cNvSpPr txBox="1"/>
          <p:nvPr/>
        </p:nvSpPr>
        <p:spPr>
          <a:xfrm>
            <a:off x="3945331" y="9011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Esoteric Polymath</a:t>
            </a:r>
            <a:endParaRPr b="1" sz="800"/>
          </a:p>
        </p:txBody>
      </p:sp>
      <p:sp>
        <p:nvSpPr>
          <p:cNvPr id="351" name="Google Shape;351;p17"/>
          <p:cNvSpPr txBox="1"/>
          <p:nvPr/>
        </p:nvSpPr>
        <p:spPr>
          <a:xfrm>
            <a:off x="6823336" y="90102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Cantrip Expansion</a:t>
            </a:r>
            <a:endParaRPr b="1" sz="800"/>
          </a:p>
        </p:txBody>
      </p:sp>
      <p:sp>
        <p:nvSpPr>
          <p:cNvPr id="352" name="Google Shape;352;p17"/>
          <p:cNvSpPr txBox="1"/>
          <p:nvPr/>
        </p:nvSpPr>
        <p:spPr>
          <a:xfrm>
            <a:off x="5597837" y="9010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Multifarious Muse</a:t>
            </a:r>
            <a:endParaRPr b="1" sz="800"/>
          </a:p>
        </p:txBody>
      </p:sp>
      <p:sp>
        <p:nvSpPr>
          <p:cNvPr id="353" name="Google Shape;353;p17"/>
          <p:cNvSpPr txBox="1"/>
          <p:nvPr/>
        </p:nvSpPr>
        <p:spPr>
          <a:xfrm>
            <a:off x="857050" y="900924"/>
            <a:ext cx="972300" cy="3396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Loremaster’s</a:t>
            </a:r>
            <a:endParaRPr b="1" sz="800"/>
          </a:p>
          <a:p>
            <a:pPr indent="0" lvl="0" marL="0" rtl="0" algn="ctr">
              <a:spcBef>
                <a:spcPts val="0"/>
              </a:spcBef>
              <a:spcAft>
                <a:spcPts val="0"/>
              </a:spcAft>
              <a:buNone/>
            </a:pPr>
            <a:r>
              <a:rPr b="1" lang="en" sz="800"/>
              <a:t>Etude</a:t>
            </a:r>
            <a:endParaRPr b="1" sz="800"/>
          </a:p>
        </p:txBody>
      </p:sp>
      <p:sp>
        <p:nvSpPr>
          <p:cNvPr id="354" name="Google Shape;354;p17"/>
          <p:cNvSpPr txBox="1"/>
          <p:nvPr/>
        </p:nvSpPr>
        <p:spPr>
          <a:xfrm>
            <a:off x="2420717" y="900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Inspire Competence</a:t>
            </a:r>
            <a:endParaRPr b="1" sz="800"/>
          </a:p>
        </p:txBody>
      </p:sp>
      <p:sp>
        <p:nvSpPr>
          <p:cNvPr id="355" name="Google Shape;355;p17"/>
          <p:cNvSpPr txBox="1"/>
          <p:nvPr/>
        </p:nvSpPr>
        <p:spPr>
          <a:xfrm>
            <a:off x="2420717" y="13293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Inspire Defense</a:t>
            </a:r>
            <a:endParaRPr b="1" sz="800"/>
          </a:p>
        </p:txBody>
      </p:sp>
      <p:sp>
        <p:nvSpPr>
          <p:cNvPr id="356" name="Google Shape;356;p17"/>
          <p:cNvSpPr txBox="1"/>
          <p:nvPr/>
        </p:nvSpPr>
        <p:spPr>
          <a:xfrm>
            <a:off x="2420717" y="1757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Harmonize</a:t>
            </a:r>
            <a:endParaRPr b="1" sz="800"/>
          </a:p>
        </p:txBody>
      </p:sp>
      <p:sp>
        <p:nvSpPr>
          <p:cNvPr id="357" name="Google Shape;357;p17"/>
          <p:cNvSpPr txBox="1"/>
          <p:nvPr/>
        </p:nvSpPr>
        <p:spPr>
          <a:xfrm>
            <a:off x="3955586" y="21869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Eclectic Skill</a:t>
            </a:r>
            <a:endParaRPr b="1" sz="800"/>
          </a:p>
        </p:txBody>
      </p:sp>
      <p:sp>
        <p:nvSpPr>
          <p:cNvPr id="358" name="Google Shape;358;p17"/>
          <p:cNvSpPr txBox="1"/>
          <p:nvPr/>
        </p:nvSpPr>
        <p:spPr>
          <a:xfrm>
            <a:off x="857050" y="21868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Know-It-All</a:t>
            </a:r>
            <a:endParaRPr b="1" sz="800"/>
          </a:p>
        </p:txBody>
      </p:sp>
      <p:sp>
        <p:nvSpPr>
          <p:cNvPr id="359" name="Google Shape;359;p17"/>
          <p:cNvSpPr txBox="1"/>
          <p:nvPr/>
        </p:nvSpPr>
        <p:spPr>
          <a:xfrm>
            <a:off x="2420717" y="2186550"/>
            <a:ext cx="972300" cy="3396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Inspire Heroics</a:t>
            </a:r>
            <a:endParaRPr b="1" sz="800"/>
          </a:p>
        </p:txBody>
      </p:sp>
      <p:sp>
        <p:nvSpPr>
          <p:cNvPr id="360" name="Google Shape;360;p17"/>
          <p:cNvSpPr txBox="1"/>
          <p:nvPr/>
        </p:nvSpPr>
        <p:spPr>
          <a:xfrm>
            <a:off x="3945331" y="26156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Unusual Composition</a:t>
            </a:r>
            <a:endParaRPr b="1" sz="800"/>
          </a:p>
        </p:txBody>
      </p:sp>
      <p:sp>
        <p:nvSpPr>
          <p:cNvPr id="361" name="Google Shape;361;p17"/>
          <p:cNvSpPr txBox="1"/>
          <p:nvPr/>
        </p:nvSpPr>
        <p:spPr>
          <a:xfrm>
            <a:off x="6823336" y="26155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House of Imaginary Walls</a:t>
            </a:r>
            <a:endParaRPr b="1" sz="800"/>
          </a:p>
        </p:txBody>
      </p:sp>
      <p:sp>
        <p:nvSpPr>
          <p:cNvPr id="362" name="Google Shape;362;p17"/>
          <p:cNvSpPr txBox="1"/>
          <p:nvPr/>
        </p:nvSpPr>
        <p:spPr>
          <a:xfrm>
            <a:off x="5597837" y="26156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Quickened</a:t>
            </a:r>
            <a:endParaRPr b="1" sz="800"/>
          </a:p>
          <a:p>
            <a:pPr indent="0" lvl="0" marL="0" rtl="0" algn="ctr">
              <a:spcBef>
                <a:spcPts val="0"/>
              </a:spcBef>
              <a:spcAft>
                <a:spcPts val="0"/>
              </a:spcAft>
              <a:buNone/>
            </a:pPr>
            <a:r>
              <a:rPr b="1" lang="en" sz="800"/>
              <a:t>Casting</a:t>
            </a:r>
            <a:endParaRPr b="1" sz="800"/>
          </a:p>
        </p:txBody>
      </p:sp>
      <p:sp>
        <p:nvSpPr>
          <p:cNvPr id="363" name="Google Shape;363;p17"/>
          <p:cNvSpPr txBox="1"/>
          <p:nvPr/>
        </p:nvSpPr>
        <p:spPr>
          <a:xfrm>
            <a:off x="3945331" y="30442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Eclectic Polymath</a:t>
            </a:r>
            <a:endParaRPr b="1" sz="800"/>
          </a:p>
        </p:txBody>
      </p:sp>
      <p:sp>
        <p:nvSpPr>
          <p:cNvPr id="364" name="Google Shape;364;p17"/>
          <p:cNvSpPr txBox="1"/>
          <p:nvPr/>
        </p:nvSpPr>
        <p:spPr>
          <a:xfrm>
            <a:off x="6823336" y="304417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Inspirational Focus</a:t>
            </a:r>
            <a:endParaRPr b="1" sz="800"/>
          </a:p>
        </p:txBody>
      </p:sp>
      <p:sp>
        <p:nvSpPr>
          <p:cNvPr id="365" name="Google Shape;365;p17"/>
          <p:cNvSpPr txBox="1"/>
          <p:nvPr/>
        </p:nvSpPr>
        <p:spPr>
          <a:xfrm>
            <a:off x="6823336" y="347280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Allegro</a:t>
            </a:r>
            <a:endParaRPr b="1" sz="800"/>
          </a:p>
        </p:txBody>
      </p:sp>
      <p:sp>
        <p:nvSpPr>
          <p:cNvPr id="366" name="Google Shape;366;p17"/>
          <p:cNvSpPr txBox="1"/>
          <p:nvPr/>
        </p:nvSpPr>
        <p:spPr>
          <a:xfrm>
            <a:off x="5597837" y="3472875"/>
            <a:ext cx="972300" cy="3396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Soothing Ballard</a:t>
            </a:r>
            <a:endParaRPr b="1" sz="800"/>
          </a:p>
        </p:txBody>
      </p:sp>
      <p:sp>
        <p:nvSpPr>
          <p:cNvPr id="367" name="Google Shape;367;p17"/>
          <p:cNvSpPr txBox="1"/>
          <p:nvPr/>
        </p:nvSpPr>
        <p:spPr>
          <a:xfrm>
            <a:off x="857050" y="34727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True Hypercognition</a:t>
            </a:r>
            <a:endParaRPr b="1" sz="800"/>
          </a:p>
        </p:txBody>
      </p:sp>
      <p:sp>
        <p:nvSpPr>
          <p:cNvPr id="368" name="Google Shape;368;p17"/>
          <p:cNvSpPr txBox="1"/>
          <p:nvPr/>
        </p:nvSpPr>
        <p:spPr>
          <a:xfrm>
            <a:off x="6823336" y="39014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Effortless Concentration</a:t>
            </a:r>
            <a:endParaRPr b="1" sz="800"/>
          </a:p>
        </p:txBody>
      </p:sp>
      <p:sp>
        <p:nvSpPr>
          <p:cNvPr id="369" name="Google Shape;369;p17"/>
          <p:cNvSpPr txBox="1"/>
          <p:nvPr/>
        </p:nvSpPr>
        <p:spPr>
          <a:xfrm>
            <a:off x="857050" y="39013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Studious</a:t>
            </a:r>
            <a:endParaRPr b="1" sz="800"/>
          </a:p>
          <a:p>
            <a:pPr indent="0" lvl="0" marL="0" rtl="0" algn="ctr">
              <a:spcBef>
                <a:spcPts val="0"/>
              </a:spcBef>
              <a:spcAft>
                <a:spcPts val="0"/>
              </a:spcAft>
              <a:buNone/>
            </a:pPr>
            <a:r>
              <a:rPr b="1" lang="en" sz="800"/>
              <a:t>Capacity</a:t>
            </a:r>
            <a:endParaRPr b="1" sz="800"/>
          </a:p>
        </p:txBody>
      </p:sp>
      <p:sp>
        <p:nvSpPr>
          <p:cNvPr id="370" name="Google Shape;370;p17"/>
          <p:cNvSpPr txBox="1"/>
          <p:nvPr/>
        </p:nvSpPr>
        <p:spPr>
          <a:xfrm>
            <a:off x="3945331" y="43301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Impossible Polymath</a:t>
            </a:r>
            <a:endParaRPr b="1" sz="800"/>
          </a:p>
        </p:txBody>
      </p:sp>
      <p:sp>
        <p:nvSpPr>
          <p:cNvPr id="371" name="Google Shape;371;p17"/>
          <p:cNvSpPr txBox="1"/>
          <p:nvPr/>
        </p:nvSpPr>
        <p:spPr>
          <a:xfrm>
            <a:off x="857061" y="43300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Deep Lore</a:t>
            </a:r>
            <a:endParaRPr b="1" sz="800"/>
          </a:p>
        </p:txBody>
      </p:sp>
      <p:sp>
        <p:nvSpPr>
          <p:cNvPr id="372" name="Google Shape;372;p17"/>
          <p:cNvSpPr txBox="1"/>
          <p:nvPr/>
        </p:nvSpPr>
        <p:spPr>
          <a:xfrm>
            <a:off x="2420717" y="43306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Eternal Composition</a:t>
            </a:r>
            <a:endParaRPr b="1" sz="800"/>
          </a:p>
        </p:txBody>
      </p:sp>
      <p:sp>
        <p:nvSpPr>
          <p:cNvPr id="373" name="Google Shape;373;p17"/>
          <p:cNvSpPr txBox="1"/>
          <p:nvPr/>
        </p:nvSpPr>
        <p:spPr>
          <a:xfrm>
            <a:off x="5632061" y="4758670"/>
            <a:ext cx="972300" cy="3396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Fatal Aria</a:t>
            </a:r>
            <a:endParaRPr b="1" sz="800"/>
          </a:p>
        </p:txBody>
      </p:sp>
      <p:sp>
        <p:nvSpPr>
          <p:cNvPr id="374" name="Google Shape;374;p17"/>
          <p:cNvSpPr txBox="1"/>
          <p:nvPr/>
        </p:nvSpPr>
        <p:spPr>
          <a:xfrm>
            <a:off x="6823337" y="47592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Perfect Encore</a:t>
            </a:r>
            <a:endParaRPr b="1" sz="800"/>
          </a:p>
        </p:txBody>
      </p:sp>
      <p:sp>
        <p:nvSpPr>
          <p:cNvPr id="375" name="Google Shape;375;p17"/>
          <p:cNvSpPr txBox="1"/>
          <p:nvPr/>
        </p:nvSpPr>
        <p:spPr>
          <a:xfrm>
            <a:off x="2420717" y="47592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Symphony of the Muse</a:t>
            </a:r>
            <a:endParaRPr b="1" sz="800"/>
          </a:p>
        </p:txBody>
      </p:sp>
      <p:sp>
        <p:nvSpPr>
          <p:cNvPr id="376" name="Google Shape;376;p17"/>
          <p:cNvSpPr txBox="1"/>
          <p:nvPr/>
        </p:nvSpPr>
        <p:spPr>
          <a:xfrm>
            <a:off x="3947331" y="13297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Versatile Signature</a:t>
            </a:r>
            <a:endParaRPr b="1" sz="800"/>
          </a:p>
        </p:txBody>
      </p:sp>
      <p:sp>
        <p:nvSpPr>
          <p:cNvPr id="377" name="Google Shape;377;p17"/>
          <p:cNvSpPr txBox="1"/>
          <p:nvPr/>
        </p:nvSpPr>
        <p:spPr>
          <a:xfrm>
            <a:off x="6825336" y="13296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Melodious</a:t>
            </a:r>
            <a:endParaRPr b="1" sz="800"/>
          </a:p>
          <a:p>
            <a:pPr indent="0" lvl="0" marL="0" rtl="0" algn="ctr">
              <a:spcBef>
                <a:spcPts val="0"/>
              </a:spcBef>
              <a:spcAft>
                <a:spcPts val="0"/>
              </a:spcAft>
              <a:buNone/>
            </a:pPr>
            <a:r>
              <a:rPr b="1" lang="en" sz="800"/>
              <a:t>Spell</a:t>
            </a:r>
            <a:endParaRPr b="1" sz="800"/>
          </a:p>
        </p:txBody>
      </p:sp>
      <p:sp>
        <p:nvSpPr>
          <p:cNvPr id="378" name="Google Shape;378;p17"/>
          <p:cNvSpPr txBox="1"/>
          <p:nvPr/>
        </p:nvSpPr>
        <p:spPr>
          <a:xfrm>
            <a:off x="5599837" y="13297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Triple Muse</a:t>
            </a:r>
            <a:endParaRPr b="1" sz="800"/>
          </a:p>
        </p:txBody>
      </p:sp>
      <p:sp>
        <p:nvSpPr>
          <p:cNvPr id="379" name="Google Shape;379;p17"/>
          <p:cNvSpPr txBox="1"/>
          <p:nvPr/>
        </p:nvSpPr>
        <p:spPr>
          <a:xfrm>
            <a:off x="8048836" y="175827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Dirge of Doom</a:t>
            </a:r>
            <a:endParaRPr b="1" sz="800"/>
          </a:p>
        </p:txBody>
      </p:sp>
      <p:sp>
        <p:nvSpPr>
          <p:cNvPr id="380" name="Google Shape;380;p17"/>
          <p:cNvSpPr txBox="1"/>
          <p:nvPr/>
        </p:nvSpPr>
        <p:spPr>
          <a:xfrm>
            <a:off x="6823337" y="17583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Steady Spellcasting</a:t>
            </a:r>
            <a:endParaRPr b="1" sz="800"/>
          </a:p>
        </p:txBody>
      </p:sp>
      <p:sp>
        <p:nvSpPr>
          <p:cNvPr id="381" name="Google Shape;381;p17"/>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pic>
        <p:nvPicPr>
          <p:cNvPr id="382" name="Google Shape;382;p17"/>
          <p:cNvPicPr preferRelativeResize="0"/>
          <p:nvPr/>
        </p:nvPicPr>
        <p:blipFill>
          <a:blip r:embed="rId3">
            <a:alphaModFix/>
          </a:blip>
          <a:stretch>
            <a:fillRect/>
          </a:stretch>
        </p:blipFill>
        <p:spPr>
          <a:xfrm>
            <a:off x="6378625" y="2615479"/>
            <a:ext cx="191500" cy="181421"/>
          </a:xfrm>
          <a:prstGeom prst="rect">
            <a:avLst/>
          </a:prstGeom>
          <a:noFill/>
          <a:ln cap="flat" cmpd="sng" w="9525">
            <a:solidFill>
              <a:srgbClr val="000000"/>
            </a:solidFill>
            <a:prstDash val="solid"/>
            <a:round/>
            <a:headEnd len="sm" w="sm" type="none"/>
            <a:tailEnd len="sm" w="sm" type="none"/>
          </a:ln>
        </p:spPr>
      </p:pic>
      <p:pic>
        <p:nvPicPr>
          <p:cNvPr id="383" name="Google Shape;383;p17"/>
          <p:cNvPicPr preferRelativeResize="0"/>
          <p:nvPr/>
        </p:nvPicPr>
        <p:blipFill>
          <a:blip r:embed="rId4">
            <a:alphaModFix/>
          </a:blip>
          <a:stretch>
            <a:fillRect/>
          </a:stretch>
        </p:blipFill>
        <p:spPr>
          <a:xfrm>
            <a:off x="4735919" y="2615500"/>
            <a:ext cx="181700" cy="176775"/>
          </a:xfrm>
          <a:prstGeom prst="rect">
            <a:avLst/>
          </a:prstGeom>
          <a:noFill/>
          <a:ln cap="flat" cmpd="sng" w="9525">
            <a:solidFill>
              <a:srgbClr val="000000"/>
            </a:solidFill>
            <a:prstDash val="solid"/>
            <a:round/>
            <a:headEnd len="sm" w="sm" type="none"/>
            <a:tailEnd len="sm" w="sm" type="none"/>
          </a:ln>
        </p:spPr>
      </p:pic>
      <p:pic>
        <p:nvPicPr>
          <p:cNvPr id="384" name="Google Shape;384;p17"/>
          <p:cNvPicPr preferRelativeResize="0"/>
          <p:nvPr/>
        </p:nvPicPr>
        <p:blipFill>
          <a:blip r:embed="rId3">
            <a:alphaModFix/>
          </a:blip>
          <a:stretch>
            <a:fillRect/>
          </a:stretch>
        </p:blipFill>
        <p:spPr>
          <a:xfrm>
            <a:off x="7604125" y="3901479"/>
            <a:ext cx="191500" cy="181421"/>
          </a:xfrm>
          <a:prstGeom prst="rect">
            <a:avLst/>
          </a:prstGeom>
          <a:noFill/>
          <a:ln cap="flat" cmpd="sng" w="9525">
            <a:solidFill>
              <a:srgbClr val="000000"/>
            </a:solidFill>
            <a:prstDash val="solid"/>
            <a:round/>
            <a:headEnd len="sm" w="sm" type="none"/>
            <a:tailEnd len="sm" w="sm" type="none"/>
          </a:ln>
        </p:spPr>
      </p:pic>
      <p:pic>
        <p:nvPicPr>
          <p:cNvPr id="385" name="Google Shape;385;p17"/>
          <p:cNvPicPr preferRelativeResize="0"/>
          <p:nvPr/>
        </p:nvPicPr>
        <p:blipFill>
          <a:blip r:embed="rId4">
            <a:alphaModFix/>
          </a:blip>
          <a:stretch>
            <a:fillRect/>
          </a:stretch>
        </p:blipFill>
        <p:spPr>
          <a:xfrm>
            <a:off x="1647644" y="3472925"/>
            <a:ext cx="181700" cy="176775"/>
          </a:xfrm>
          <a:prstGeom prst="rect">
            <a:avLst/>
          </a:prstGeom>
          <a:noFill/>
          <a:ln cap="flat" cmpd="sng" w="9525">
            <a:solidFill>
              <a:srgbClr val="000000"/>
            </a:solidFill>
            <a:prstDash val="solid"/>
            <a:round/>
            <a:headEnd len="sm" w="sm" type="none"/>
            <a:tailEnd len="sm" w="sm" type="none"/>
          </a:ln>
        </p:spPr>
      </p:pic>
      <p:pic>
        <p:nvPicPr>
          <p:cNvPr id="386" name="Google Shape;386;p17"/>
          <p:cNvPicPr preferRelativeResize="0"/>
          <p:nvPr/>
        </p:nvPicPr>
        <p:blipFill>
          <a:blip r:embed="rId4">
            <a:alphaModFix/>
          </a:blip>
          <a:stretch>
            <a:fillRect/>
          </a:stretch>
        </p:blipFill>
        <p:spPr>
          <a:xfrm>
            <a:off x="7615931" y="1329688"/>
            <a:ext cx="181700" cy="176775"/>
          </a:xfrm>
          <a:prstGeom prst="rect">
            <a:avLst/>
          </a:prstGeom>
          <a:noFill/>
          <a:ln cap="flat" cmpd="sng" w="9525">
            <a:solidFill>
              <a:srgbClr val="000000"/>
            </a:solidFill>
            <a:prstDash val="solid"/>
            <a:round/>
            <a:headEnd len="sm" w="sm" type="none"/>
            <a:tailEnd len="sm" w="sm" type="none"/>
          </a:ln>
        </p:spPr>
      </p:pic>
      <p:pic>
        <p:nvPicPr>
          <p:cNvPr id="387" name="Google Shape;387;p17"/>
          <p:cNvPicPr preferRelativeResize="0"/>
          <p:nvPr/>
        </p:nvPicPr>
        <p:blipFill>
          <a:blip r:embed="rId4">
            <a:alphaModFix/>
          </a:blip>
          <a:stretch>
            <a:fillRect/>
          </a:stretch>
        </p:blipFill>
        <p:spPr>
          <a:xfrm>
            <a:off x="7615931" y="472475"/>
            <a:ext cx="181700" cy="176775"/>
          </a:xfrm>
          <a:prstGeom prst="rect">
            <a:avLst/>
          </a:prstGeom>
          <a:noFill/>
          <a:ln cap="flat" cmpd="sng" w="9525">
            <a:solidFill>
              <a:srgbClr val="000000"/>
            </a:solidFill>
            <a:prstDash val="solid"/>
            <a:round/>
            <a:headEnd len="sm" w="sm" type="none"/>
            <a:tailEnd len="sm" w="sm" type="none"/>
          </a:ln>
        </p:spPr>
      </p:pic>
      <p:pic>
        <p:nvPicPr>
          <p:cNvPr id="388" name="Google Shape;388;p17"/>
          <p:cNvPicPr preferRelativeResize="0"/>
          <p:nvPr/>
        </p:nvPicPr>
        <p:blipFill>
          <a:blip r:embed="rId4">
            <a:alphaModFix/>
          </a:blip>
          <a:stretch>
            <a:fillRect/>
          </a:stretch>
        </p:blipFill>
        <p:spPr>
          <a:xfrm>
            <a:off x="3211306" y="1758663"/>
            <a:ext cx="181700" cy="176775"/>
          </a:xfrm>
          <a:prstGeom prst="rect">
            <a:avLst/>
          </a:prstGeom>
          <a:noFill/>
          <a:ln cap="flat" cmpd="sng" w="9525">
            <a:solidFill>
              <a:srgbClr val="000000"/>
            </a:solidFill>
            <a:prstDash val="solid"/>
            <a:round/>
            <a:headEnd len="sm" w="sm" type="none"/>
            <a:tailEnd len="sm" w="sm" type="none"/>
          </a:ln>
        </p:spPr>
      </p:pic>
      <p:grpSp>
        <p:nvGrpSpPr>
          <p:cNvPr id="389" name="Google Shape;389;p17"/>
          <p:cNvGrpSpPr/>
          <p:nvPr/>
        </p:nvGrpSpPr>
        <p:grpSpPr>
          <a:xfrm>
            <a:off x="2420717" y="1070900"/>
            <a:ext cx="2497514" cy="3858025"/>
            <a:chOff x="2420717" y="1070900"/>
            <a:chExt cx="2497514" cy="3858025"/>
          </a:xfrm>
        </p:grpSpPr>
        <p:cxnSp>
          <p:nvCxnSpPr>
            <p:cNvPr id="390" name="Google Shape;390;p17"/>
            <p:cNvCxnSpPr>
              <a:stCxn id="356" idx="1"/>
              <a:endCxn id="375" idx="1"/>
            </p:cNvCxnSpPr>
            <p:nvPr/>
          </p:nvCxnSpPr>
          <p:spPr>
            <a:xfrm>
              <a:off x="2420717" y="1927725"/>
              <a:ext cx="600" cy="3001200"/>
            </a:xfrm>
            <a:prstGeom prst="bentConnector3">
              <a:avLst>
                <a:gd fmla="val -19471550" name="adj1"/>
              </a:avLst>
            </a:prstGeom>
            <a:noFill/>
            <a:ln cap="flat" cmpd="sng" w="19050">
              <a:solidFill>
                <a:srgbClr val="000000"/>
              </a:solidFill>
              <a:prstDash val="solid"/>
              <a:round/>
              <a:headEnd len="med" w="med" type="none"/>
              <a:tailEnd len="med" w="med" type="triangle"/>
            </a:ln>
          </p:spPr>
        </p:cxnSp>
        <p:cxnSp>
          <p:nvCxnSpPr>
            <p:cNvPr id="391" name="Google Shape;391;p17"/>
            <p:cNvCxnSpPr>
              <a:stCxn id="350" idx="1"/>
              <a:endCxn id="370" idx="1"/>
            </p:cNvCxnSpPr>
            <p:nvPr/>
          </p:nvCxnSpPr>
          <p:spPr>
            <a:xfrm>
              <a:off x="3945331" y="1070900"/>
              <a:ext cx="600" cy="3429000"/>
            </a:xfrm>
            <a:prstGeom prst="bentConnector3">
              <a:avLst>
                <a:gd fmla="val -16669788" name="adj1"/>
              </a:avLst>
            </a:prstGeom>
            <a:noFill/>
            <a:ln cap="flat" cmpd="sng" w="19050">
              <a:solidFill>
                <a:srgbClr val="000000"/>
              </a:solidFill>
              <a:prstDash val="solid"/>
              <a:round/>
              <a:headEnd len="med" w="med" type="none"/>
              <a:tailEnd len="med" w="med" type="triangle"/>
            </a:ln>
          </p:spPr>
        </p:cxnSp>
        <p:cxnSp>
          <p:nvCxnSpPr>
            <p:cNvPr id="392" name="Google Shape;392;p17"/>
            <p:cNvCxnSpPr>
              <a:stCxn id="350" idx="3"/>
              <a:endCxn id="363" idx="3"/>
            </p:cNvCxnSpPr>
            <p:nvPr/>
          </p:nvCxnSpPr>
          <p:spPr>
            <a:xfrm>
              <a:off x="4917631" y="1070900"/>
              <a:ext cx="600" cy="2143200"/>
            </a:xfrm>
            <a:prstGeom prst="bentConnector3">
              <a:avLst>
                <a:gd fmla="val 18838545" name="adj1"/>
              </a:avLst>
            </a:prstGeom>
            <a:noFill/>
            <a:ln cap="flat" cmpd="sng" w="19050">
              <a:solidFill>
                <a:srgbClr val="000000"/>
              </a:solidFill>
              <a:prstDash val="solid"/>
              <a:round/>
              <a:headEnd len="med" w="med" type="none"/>
              <a:tailEnd len="med" w="med" type="triangle"/>
            </a:ln>
          </p:spPr>
        </p:cxnSp>
      </p:grpSp>
      <p:sp>
        <p:nvSpPr>
          <p:cNvPr id="393" name="Google Shape;393;p17"/>
          <p:cNvSpPr txBox="1"/>
          <p:nvPr/>
        </p:nvSpPr>
        <p:spPr>
          <a:xfrm rot="5400000">
            <a:off x="1401676" y="946938"/>
            <a:ext cx="1278600" cy="255000"/>
          </a:xfrm>
          <a:prstGeom prst="rect">
            <a:avLst/>
          </a:prstGeom>
          <a:solidFill>
            <a:srgbClr val="674EA7"/>
          </a:solidFill>
          <a:ln cap="flat" cmpd="sng" w="19050">
            <a:solidFill>
              <a:srgbClr val="351C75"/>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1200">
                <a:solidFill>
                  <a:srgbClr val="FFFFFF"/>
                </a:solidFill>
              </a:rPr>
              <a:t>Enigma Muse</a:t>
            </a:r>
            <a:endParaRPr sz="1200">
              <a:solidFill>
                <a:srgbClr val="FFFFFF"/>
              </a:solidFill>
            </a:endParaRPr>
          </a:p>
        </p:txBody>
      </p:sp>
      <p:sp>
        <p:nvSpPr>
          <p:cNvPr id="394" name="Google Shape;394;p17"/>
          <p:cNvSpPr txBox="1"/>
          <p:nvPr/>
        </p:nvSpPr>
        <p:spPr>
          <a:xfrm rot="5400000">
            <a:off x="2958944" y="943180"/>
            <a:ext cx="1278600" cy="255000"/>
          </a:xfrm>
          <a:prstGeom prst="rect">
            <a:avLst/>
          </a:prstGeom>
          <a:solidFill>
            <a:srgbClr val="674EA7"/>
          </a:solidFill>
          <a:ln cap="flat" cmpd="sng" w="19050">
            <a:solidFill>
              <a:srgbClr val="351C75"/>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1200">
                <a:solidFill>
                  <a:srgbClr val="FFFFFF"/>
                </a:solidFill>
              </a:rPr>
              <a:t>Maestro Muse</a:t>
            </a:r>
            <a:endParaRPr sz="1200">
              <a:solidFill>
                <a:srgbClr val="FFFFFF"/>
              </a:solidFill>
            </a:endParaRPr>
          </a:p>
        </p:txBody>
      </p:sp>
      <p:sp>
        <p:nvSpPr>
          <p:cNvPr id="395" name="Google Shape;395;p17"/>
          <p:cNvSpPr txBox="1"/>
          <p:nvPr/>
        </p:nvSpPr>
        <p:spPr>
          <a:xfrm rot="5400000">
            <a:off x="4633638" y="939188"/>
            <a:ext cx="1278600" cy="255000"/>
          </a:xfrm>
          <a:prstGeom prst="rect">
            <a:avLst/>
          </a:prstGeom>
          <a:solidFill>
            <a:srgbClr val="674EA7"/>
          </a:solidFill>
          <a:ln cap="flat" cmpd="sng" w="19050">
            <a:solidFill>
              <a:srgbClr val="351C75"/>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1200">
                <a:solidFill>
                  <a:srgbClr val="FFFFFF"/>
                </a:solidFill>
              </a:rPr>
              <a:t>Polymath Muse</a:t>
            </a:r>
            <a:endParaRPr sz="1200">
              <a:solidFill>
                <a:srgbClr val="FFFFFF"/>
              </a:solidFill>
            </a:endParaRPr>
          </a:p>
        </p:txBody>
      </p:sp>
      <p:grpSp>
        <p:nvGrpSpPr>
          <p:cNvPr id="396" name="Google Shape;396;p17"/>
          <p:cNvGrpSpPr/>
          <p:nvPr/>
        </p:nvGrpSpPr>
        <p:grpSpPr>
          <a:xfrm>
            <a:off x="8098449" y="3274873"/>
            <a:ext cx="786600" cy="1164000"/>
            <a:chOff x="8098449" y="3274873"/>
            <a:chExt cx="786600" cy="1164000"/>
          </a:xfrm>
        </p:grpSpPr>
        <p:grpSp>
          <p:nvGrpSpPr>
            <p:cNvPr id="397" name="Google Shape;397;p17"/>
            <p:cNvGrpSpPr/>
            <p:nvPr/>
          </p:nvGrpSpPr>
          <p:grpSpPr>
            <a:xfrm>
              <a:off x="8098449" y="3274873"/>
              <a:ext cx="786600" cy="1164000"/>
              <a:chOff x="8168949" y="2797723"/>
              <a:chExt cx="786600" cy="1164000"/>
            </a:xfrm>
          </p:grpSpPr>
          <p:sp>
            <p:nvSpPr>
              <p:cNvPr id="398" name="Google Shape;398;p17"/>
              <p:cNvSpPr/>
              <p:nvPr/>
            </p:nvSpPr>
            <p:spPr>
              <a:xfrm>
                <a:off x="8168949" y="2797723"/>
                <a:ext cx="786600" cy="11640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sp>
            <p:nvSpPr>
              <p:cNvPr id="399" name="Google Shape;399;p17"/>
              <p:cNvSpPr txBox="1"/>
              <p:nvPr/>
            </p:nvSpPr>
            <p:spPr>
              <a:xfrm>
                <a:off x="8233724" y="3686062"/>
                <a:ext cx="657000" cy="229500"/>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Focus Point required</a:t>
                </a:r>
                <a:endParaRPr b="1" sz="600"/>
              </a:p>
            </p:txBody>
          </p:sp>
          <p:sp>
            <p:nvSpPr>
              <p:cNvPr id="400" name="Google Shape;400;p17"/>
              <p:cNvSpPr/>
              <p:nvPr/>
            </p:nvSpPr>
            <p:spPr>
              <a:xfrm>
                <a:off x="8233767" y="3418104"/>
                <a:ext cx="657000" cy="2295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Class Feature</a:t>
                </a:r>
                <a:endParaRPr b="1" sz="700"/>
              </a:p>
            </p:txBody>
          </p:sp>
          <p:cxnSp>
            <p:nvCxnSpPr>
              <p:cNvPr id="401" name="Google Shape;401;p17"/>
              <p:cNvCxnSpPr/>
              <p:nvPr/>
            </p:nvCxnSpPr>
            <p:spPr>
              <a:xfrm rot="10800000">
                <a:off x="8332471" y="309340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402" name="Google Shape;402;p17"/>
              <p:cNvSpPr txBox="1"/>
              <p:nvPr/>
            </p:nvSpPr>
            <p:spPr>
              <a:xfrm>
                <a:off x="8340262" y="295514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grpSp>
          <p:nvGrpSpPr>
            <p:cNvPr id="403" name="Google Shape;403;p17"/>
            <p:cNvGrpSpPr/>
            <p:nvPr/>
          </p:nvGrpSpPr>
          <p:grpSpPr>
            <a:xfrm>
              <a:off x="8171566" y="3696525"/>
              <a:ext cx="640406" cy="150900"/>
              <a:chOff x="6248679" y="4159125"/>
              <a:chExt cx="640406" cy="150900"/>
            </a:xfrm>
          </p:grpSpPr>
          <p:sp>
            <p:nvSpPr>
              <p:cNvPr id="404" name="Google Shape;404;p17"/>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405" name="Google Shape;405;p17"/>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406" name="Google Shape;406;p17"/>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407" name="Google Shape;407;p17"/>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408" name="Google Shape;408;p17"/>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409" name="Google Shape;409;p17"/>
          <p:cNvSpPr/>
          <p:nvPr/>
        </p:nvSpPr>
        <p:spPr>
          <a:xfrm>
            <a:off x="8098450" y="4544388"/>
            <a:ext cx="972300" cy="3396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rPr b="1" lang="en" sz="700"/>
              <a:t>Req Magnum Opus</a:t>
            </a:r>
            <a:endParaRPr b="1" sz="700"/>
          </a:p>
        </p:txBody>
      </p:sp>
      <p:sp>
        <p:nvSpPr>
          <p:cNvPr id="410" name="Google Shape;410;p17"/>
          <p:cNvSpPr/>
          <p:nvPr/>
        </p:nvSpPr>
        <p:spPr>
          <a:xfrm>
            <a:off x="1647660" y="427622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O</a:t>
            </a:r>
            <a:endParaRPr sz="600"/>
          </a:p>
        </p:txBody>
      </p:sp>
      <p:sp>
        <p:nvSpPr>
          <p:cNvPr id="411" name="Google Shape;411;p17"/>
          <p:cNvSpPr/>
          <p:nvPr/>
        </p:nvSpPr>
        <p:spPr>
          <a:xfrm>
            <a:off x="1647660" y="3846416"/>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O</a:t>
            </a:r>
            <a:endParaRPr sz="600"/>
          </a:p>
        </p:txBody>
      </p:sp>
      <p:sp>
        <p:nvSpPr>
          <p:cNvPr id="412" name="Google Shape;412;p17"/>
          <p:cNvSpPr/>
          <p:nvPr/>
        </p:nvSpPr>
        <p:spPr>
          <a:xfrm>
            <a:off x="4735930" y="2142560"/>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O</a:t>
            </a:r>
            <a:endParaRPr sz="600"/>
          </a:p>
        </p:txBody>
      </p:sp>
      <p:sp>
        <p:nvSpPr>
          <p:cNvPr id="413" name="Google Shape;413;p17"/>
          <p:cNvSpPr/>
          <p:nvPr/>
        </p:nvSpPr>
        <p:spPr>
          <a:xfrm>
            <a:off x="4735957" y="4276232"/>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400"/>
              <a:t>Ar, N, or R</a:t>
            </a:r>
            <a:endParaRPr b="1" sz="400"/>
          </a:p>
        </p:txBody>
      </p:sp>
      <p:cxnSp>
        <p:nvCxnSpPr>
          <p:cNvPr id="414" name="Google Shape;414;p17"/>
          <p:cNvCxnSpPr>
            <a:stCxn id="409" idx="2"/>
            <a:endCxn id="374" idx="3"/>
          </p:cNvCxnSpPr>
          <p:nvPr/>
        </p:nvCxnSpPr>
        <p:spPr>
          <a:xfrm flipH="1">
            <a:off x="7795750" y="4714188"/>
            <a:ext cx="302700" cy="214800"/>
          </a:xfrm>
          <a:prstGeom prst="bentConnector3">
            <a:avLst>
              <a:gd fmla="val 50020" name="adj1"/>
            </a:avLst>
          </a:prstGeom>
          <a:noFill/>
          <a:ln cap="flat" cmpd="sng" w="19050">
            <a:solidFill>
              <a:srgbClr val="000000"/>
            </a:solidFill>
            <a:prstDash val="solid"/>
            <a:round/>
            <a:headEnd len="med" w="med" type="none"/>
            <a:tailEnd len="med" w="med" type="triangle"/>
          </a:ln>
        </p:spPr>
      </p:cxnSp>
      <p:sp>
        <p:nvSpPr>
          <p:cNvPr id="415" name="Google Shape;415;p17"/>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416" name="Google Shape;416;p17"/>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417" name="Google Shape;417;p17"/>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418" name="Google Shape;418;p17"/>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419" name="Google Shape;419;p17"/>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420" name="Google Shape;420;p17"/>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421" name="Google Shape;421;p17"/>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422" name="Google Shape;422;p17"/>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423" name="Google Shape;423;p17"/>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424" name="Google Shape;424;p17"/>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425" name="Google Shape;425;p17"/>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
        <p:nvSpPr>
          <p:cNvPr id="426" name="Google Shape;426;p17"/>
          <p:cNvSpPr/>
          <p:nvPr/>
        </p:nvSpPr>
        <p:spPr>
          <a:xfrm>
            <a:off x="3726649" y="427400"/>
            <a:ext cx="1686300" cy="4715400"/>
          </a:xfrm>
          <a:prstGeom prst="rect">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a:off x="2169413" y="427400"/>
            <a:ext cx="1556400" cy="4715400"/>
          </a:xfrm>
          <a:prstGeom prst="rect">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7"/>
          <p:cNvSpPr/>
          <p:nvPr/>
        </p:nvSpPr>
        <p:spPr>
          <a:xfrm>
            <a:off x="772925" y="427625"/>
            <a:ext cx="1395300" cy="4715400"/>
          </a:xfrm>
          <a:prstGeom prst="rect">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8"/>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4" name="Google Shape;434;p18"/>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5" name="Google Shape;435;p18"/>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6" name="Google Shape;436;p18"/>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7" name="Google Shape;437;p18"/>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8" name="Google Shape;438;p18"/>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39" name="Google Shape;439;p18"/>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Good Champions</a:t>
            </a:r>
            <a:r>
              <a:rPr b="1" lang="en" sz="2400">
                <a:solidFill>
                  <a:schemeClr val="dk1"/>
                </a:solidFill>
              </a:rPr>
              <a:t> Class Feats</a:t>
            </a:r>
            <a:r>
              <a:rPr lang="en">
                <a:solidFill>
                  <a:schemeClr val="dk1"/>
                </a:solidFill>
              </a:rPr>
              <a:t> </a:t>
            </a:r>
            <a:r>
              <a:rPr lang="en">
                <a:solidFill>
                  <a:schemeClr val="dk1"/>
                </a:solidFill>
                <a:latin typeface="Georgia"/>
                <a:ea typeface="Georgia"/>
                <a:cs typeface="Georgia"/>
                <a:sym typeface="Georgia"/>
              </a:rPr>
              <a:t>- Paladin (LG), Redeemer (NG), Liberator (CG)</a:t>
            </a:r>
            <a:endParaRPr>
              <a:latin typeface="Georgia"/>
              <a:ea typeface="Georgia"/>
              <a:cs typeface="Georgia"/>
              <a:sym typeface="Georgia"/>
            </a:endParaRPr>
          </a:p>
        </p:txBody>
      </p:sp>
      <p:sp>
        <p:nvSpPr>
          <p:cNvPr id="440" name="Google Shape;440;p18"/>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41" name="Google Shape;441;p18"/>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42" name="Google Shape;442;p18"/>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43" name="Google Shape;443;p18"/>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44" name="Google Shape;444;p18"/>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445" name="Google Shape;445;p18"/>
          <p:cNvSpPr txBox="1"/>
          <p:nvPr/>
        </p:nvSpPr>
        <p:spPr>
          <a:xfrm>
            <a:off x="1128454" y="472399"/>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Deity’s Domain</a:t>
            </a:r>
            <a:endParaRPr b="1" sz="800"/>
          </a:p>
        </p:txBody>
      </p:sp>
      <p:sp>
        <p:nvSpPr>
          <p:cNvPr id="446" name="Google Shape;446;p18"/>
          <p:cNvSpPr txBox="1"/>
          <p:nvPr/>
        </p:nvSpPr>
        <p:spPr>
          <a:xfrm>
            <a:off x="2949388" y="901025"/>
            <a:ext cx="631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Divine Grace</a:t>
            </a:r>
            <a:endParaRPr b="1" sz="800"/>
          </a:p>
        </p:txBody>
      </p:sp>
      <p:sp>
        <p:nvSpPr>
          <p:cNvPr id="447" name="Google Shape;447;p18"/>
          <p:cNvSpPr txBox="1"/>
          <p:nvPr/>
        </p:nvSpPr>
        <p:spPr>
          <a:xfrm>
            <a:off x="7608450" y="3044175"/>
            <a:ext cx="7002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Aura of Faith</a:t>
            </a:r>
            <a:endParaRPr b="1" sz="800"/>
          </a:p>
        </p:txBody>
      </p:sp>
      <p:sp>
        <p:nvSpPr>
          <p:cNvPr id="448" name="Google Shape;448;p18"/>
          <p:cNvSpPr txBox="1"/>
          <p:nvPr/>
        </p:nvSpPr>
        <p:spPr>
          <a:xfrm>
            <a:off x="1568525" y="3044188"/>
            <a:ext cx="7002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Champion’s Sacrifice</a:t>
            </a:r>
            <a:endParaRPr b="1" sz="800"/>
          </a:p>
        </p:txBody>
      </p:sp>
      <p:grpSp>
        <p:nvGrpSpPr>
          <p:cNvPr id="449" name="Google Shape;449;p18"/>
          <p:cNvGrpSpPr/>
          <p:nvPr/>
        </p:nvGrpSpPr>
        <p:grpSpPr>
          <a:xfrm>
            <a:off x="3263421" y="472398"/>
            <a:ext cx="904735" cy="2911375"/>
            <a:chOff x="2485040" y="472400"/>
            <a:chExt cx="974300" cy="2911375"/>
          </a:xfrm>
        </p:grpSpPr>
        <p:sp>
          <p:nvSpPr>
            <p:cNvPr id="450" name="Google Shape;450;p18"/>
            <p:cNvSpPr txBox="1"/>
            <p:nvPr/>
          </p:nvSpPr>
          <p:spPr>
            <a:xfrm>
              <a:off x="2487040"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Weight of Guilt</a:t>
              </a:r>
              <a:endParaRPr b="1" sz="800"/>
            </a:p>
            <a:p>
              <a:pPr indent="0" lvl="0" marL="0" rtl="0" algn="ctr">
                <a:spcBef>
                  <a:spcPts val="0"/>
                </a:spcBef>
                <a:spcAft>
                  <a:spcPts val="0"/>
                </a:spcAft>
                <a:buNone/>
              </a:pPr>
              <a:r>
                <a:rPr b="1" lang="en" sz="800"/>
                <a:t>(NG)</a:t>
              </a:r>
              <a:endParaRPr b="1" sz="800"/>
            </a:p>
          </p:txBody>
        </p:sp>
        <p:sp>
          <p:nvSpPr>
            <p:cNvPr id="451" name="Google Shape;451;p18"/>
            <p:cNvSpPr txBox="1"/>
            <p:nvPr/>
          </p:nvSpPr>
          <p:spPr>
            <a:xfrm>
              <a:off x="2485040"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Lasting Doubt</a:t>
              </a:r>
              <a:endParaRPr b="1" sz="800"/>
            </a:p>
          </p:txBody>
        </p:sp>
      </p:grpSp>
      <p:grpSp>
        <p:nvGrpSpPr>
          <p:cNvPr id="452" name="Google Shape;452;p18"/>
          <p:cNvGrpSpPr/>
          <p:nvPr/>
        </p:nvGrpSpPr>
        <p:grpSpPr>
          <a:xfrm>
            <a:off x="2315892" y="472384"/>
            <a:ext cx="904735" cy="2911375"/>
            <a:chOff x="1392800" y="472411"/>
            <a:chExt cx="974300" cy="2911375"/>
          </a:xfrm>
        </p:grpSpPr>
        <p:sp>
          <p:nvSpPr>
            <p:cNvPr id="453" name="Google Shape;453;p18"/>
            <p:cNvSpPr txBox="1"/>
            <p:nvPr/>
          </p:nvSpPr>
          <p:spPr>
            <a:xfrm>
              <a:off x="1394800" y="4724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Ranged Reprisal</a:t>
              </a:r>
              <a:endParaRPr b="1" sz="800"/>
            </a:p>
            <a:p>
              <a:pPr indent="0" lvl="0" marL="0" rtl="0" algn="ctr">
                <a:spcBef>
                  <a:spcPts val="0"/>
                </a:spcBef>
                <a:spcAft>
                  <a:spcPts val="0"/>
                </a:spcAft>
                <a:buNone/>
              </a:pPr>
              <a:r>
                <a:rPr b="1" lang="en" sz="800"/>
                <a:t>(LG)</a:t>
              </a:r>
              <a:endParaRPr b="1" sz="800"/>
            </a:p>
          </p:txBody>
        </p:sp>
        <p:sp>
          <p:nvSpPr>
            <p:cNvPr id="454" name="Google Shape;454;p18"/>
            <p:cNvSpPr txBox="1"/>
            <p:nvPr/>
          </p:nvSpPr>
          <p:spPr>
            <a:xfrm>
              <a:off x="1392800" y="30441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Blade</a:t>
              </a:r>
              <a:endParaRPr b="1" sz="800"/>
            </a:p>
            <a:p>
              <a:pPr indent="0" lvl="0" marL="0" rtl="0" algn="ctr">
                <a:spcBef>
                  <a:spcPts val="0"/>
                </a:spcBef>
                <a:spcAft>
                  <a:spcPts val="0"/>
                </a:spcAft>
                <a:buNone/>
              </a:pPr>
              <a:r>
                <a:rPr b="1" lang="en" sz="800"/>
                <a:t>of Justice</a:t>
              </a:r>
              <a:endParaRPr b="1" sz="800"/>
            </a:p>
          </p:txBody>
        </p:sp>
      </p:grpSp>
      <p:grpSp>
        <p:nvGrpSpPr>
          <p:cNvPr id="455" name="Google Shape;455;p18"/>
          <p:cNvGrpSpPr/>
          <p:nvPr/>
        </p:nvGrpSpPr>
        <p:grpSpPr>
          <a:xfrm>
            <a:off x="4210951" y="472398"/>
            <a:ext cx="903822" cy="2911388"/>
            <a:chOff x="3578237" y="472400"/>
            <a:chExt cx="973317" cy="2911388"/>
          </a:xfrm>
        </p:grpSpPr>
        <p:sp>
          <p:nvSpPr>
            <p:cNvPr id="456" name="Google Shape;456;p18"/>
            <p:cNvSpPr txBox="1"/>
            <p:nvPr/>
          </p:nvSpPr>
          <p:spPr>
            <a:xfrm>
              <a:off x="3579254"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Unimpeded Step</a:t>
              </a:r>
              <a:endParaRPr b="1" sz="800"/>
            </a:p>
            <a:p>
              <a:pPr indent="0" lvl="0" marL="0" rtl="0" algn="ctr">
                <a:spcBef>
                  <a:spcPts val="0"/>
                </a:spcBef>
                <a:spcAft>
                  <a:spcPts val="0"/>
                </a:spcAft>
                <a:buNone/>
              </a:pPr>
              <a:r>
                <a:rPr b="1" lang="en" sz="800"/>
                <a:t>(CG)</a:t>
              </a:r>
              <a:endParaRPr b="1" sz="800"/>
            </a:p>
          </p:txBody>
        </p:sp>
        <p:sp>
          <p:nvSpPr>
            <p:cNvPr id="457" name="Google Shape;457;p18"/>
            <p:cNvSpPr txBox="1"/>
            <p:nvPr/>
          </p:nvSpPr>
          <p:spPr>
            <a:xfrm>
              <a:off x="3578237" y="30441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Liberating Stride</a:t>
              </a:r>
              <a:endParaRPr b="1" sz="800"/>
            </a:p>
          </p:txBody>
        </p:sp>
      </p:grpSp>
      <p:sp>
        <p:nvSpPr>
          <p:cNvPr id="458" name="Google Shape;458;p18"/>
          <p:cNvSpPr txBox="1"/>
          <p:nvPr/>
        </p:nvSpPr>
        <p:spPr>
          <a:xfrm>
            <a:off x="1609919"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Aura of Righteousness</a:t>
            </a:r>
            <a:endParaRPr b="1" sz="800"/>
          </a:p>
        </p:txBody>
      </p:sp>
      <p:grpSp>
        <p:nvGrpSpPr>
          <p:cNvPr id="459" name="Google Shape;459;p18"/>
          <p:cNvGrpSpPr/>
          <p:nvPr/>
        </p:nvGrpSpPr>
        <p:grpSpPr>
          <a:xfrm>
            <a:off x="8034129" y="901074"/>
            <a:ext cx="972300" cy="2911388"/>
            <a:chOff x="4154604" y="901049"/>
            <a:chExt cx="972300" cy="2911388"/>
          </a:xfrm>
        </p:grpSpPr>
        <p:sp>
          <p:nvSpPr>
            <p:cNvPr id="460" name="Google Shape;460;p18"/>
            <p:cNvSpPr txBox="1"/>
            <p:nvPr/>
          </p:nvSpPr>
          <p:spPr>
            <a:xfrm>
              <a:off x="4154604" y="9010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Vengeful Oath</a:t>
              </a:r>
              <a:endParaRPr b="1" sz="800"/>
            </a:p>
          </p:txBody>
        </p:sp>
        <p:sp>
          <p:nvSpPr>
            <p:cNvPr id="461" name="Google Shape;461;p18"/>
            <p:cNvSpPr txBox="1"/>
            <p:nvPr/>
          </p:nvSpPr>
          <p:spPr>
            <a:xfrm>
              <a:off x="4154604" y="34728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Aura of Vengeance</a:t>
              </a:r>
              <a:endParaRPr b="1" sz="800"/>
            </a:p>
          </p:txBody>
        </p:sp>
      </p:grpSp>
      <p:sp>
        <p:nvSpPr>
          <p:cNvPr id="462" name="Google Shape;462;p18"/>
          <p:cNvSpPr txBox="1"/>
          <p:nvPr/>
        </p:nvSpPr>
        <p:spPr>
          <a:xfrm>
            <a:off x="2642083"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Divine Reflexes</a:t>
            </a:r>
            <a:endParaRPr b="1" sz="800"/>
          </a:p>
        </p:txBody>
      </p:sp>
      <p:sp>
        <p:nvSpPr>
          <p:cNvPr id="463" name="Google Shape;463;p18"/>
          <p:cNvSpPr txBox="1"/>
          <p:nvPr/>
        </p:nvSpPr>
        <p:spPr>
          <a:xfrm>
            <a:off x="3674236" y="3472845"/>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Litany of Righteousness</a:t>
            </a:r>
            <a:endParaRPr b="1" sz="800"/>
          </a:p>
        </p:txBody>
      </p:sp>
      <p:grpSp>
        <p:nvGrpSpPr>
          <p:cNvPr id="464" name="Google Shape;464;p18"/>
          <p:cNvGrpSpPr/>
          <p:nvPr/>
        </p:nvGrpSpPr>
        <p:grpSpPr>
          <a:xfrm>
            <a:off x="5818440" y="901050"/>
            <a:ext cx="972300" cy="2911388"/>
            <a:chOff x="1938915" y="901025"/>
            <a:chExt cx="972300" cy="2911388"/>
          </a:xfrm>
        </p:grpSpPr>
        <p:sp>
          <p:nvSpPr>
            <p:cNvPr id="465" name="Google Shape;465;p18"/>
            <p:cNvSpPr txBox="1"/>
            <p:nvPr/>
          </p:nvSpPr>
          <p:spPr>
            <a:xfrm>
              <a:off x="1938915"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Fiendsbane Oath</a:t>
              </a:r>
              <a:endParaRPr b="1" sz="800"/>
            </a:p>
          </p:txBody>
        </p:sp>
        <p:sp>
          <p:nvSpPr>
            <p:cNvPr id="466" name="Google Shape;466;p18"/>
            <p:cNvSpPr txBox="1"/>
            <p:nvPr/>
          </p:nvSpPr>
          <p:spPr>
            <a:xfrm>
              <a:off x="1938915" y="34728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Anchoring Aura</a:t>
              </a:r>
              <a:endParaRPr b="1" sz="800"/>
            </a:p>
          </p:txBody>
        </p:sp>
      </p:grpSp>
      <p:grpSp>
        <p:nvGrpSpPr>
          <p:cNvPr id="467" name="Google Shape;467;p18"/>
          <p:cNvGrpSpPr/>
          <p:nvPr/>
        </p:nvGrpSpPr>
        <p:grpSpPr>
          <a:xfrm>
            <a:off x="4735100" y="901061"/>
            <a:ext cx="972300" cy="2911388"/>
            <a:chOff x="855575" y="901036"/>
            <a:chExt cx="972300" cy="2911388"/>
          </a:xfrm>
        </p:grpSpPr>
        <p:sp>
          <p:nvSpPr>
            <p:cNvPr id="468" name="Google Shape;468;p18"/>
            <p:cNvSpPr txBox="1"/>
            <p:nvPr/>
          </p:nvSpPr>
          <p:spPr>
            <a:xfrm>
              <a:off x="855575" y="9010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Dragonslayer Oath</a:t>
              </a:r>
              <a:endParaRPr b="1" sz="800"/>
            </a:p>
          </p:txBody>
        </p:sp>
        <p:sp>
          <p:nvSpPr>
            <p:cNvPr id="469" name="Google Shape;469;p18"/>
            <p:cNvSpPr txBox="1"/>
            <p:nvPr/>
          </p:nvSpPr>
          <p:spPr>
            <a:xfrm>
              <a:off x="855575" y="34728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Wyrmbane Aura</a:t>
              </a:r>
              <a:endParaRPr b="1" sz="800"/>
            </a:p>
          </p:txBody>
        </p:sp>
      </p:grpSp>
      <p:grpSp>
        <p:nvGrpSpPr>
          <p:cNvPr id="470" name="Google Shape;470;p18"/>
          <p:cNvGrpSpPr/>
          <p:nvPr/>
        </p:nvGrpSpPr>
        <p:grpSpPr>
          <a:xfrm>
            <a:off x="6910679" y="901050"/>
            <a:ext cx="972300" cy="2911388"/>
            <a:chOff x="3031154" y="901025"/>
            <a:chExt cx="972300" cy="2911388"/>
          </a:xfrm>
        </p:grpSpPr>
        <p:sp>
          <p:nvSpPr>
            <p:cNvPr id="471" name="Google Shape;471;p18"/>
            <p:cNvSpPr txBox="1"/>
            <p:nvPr/>
          </p:nvSpPr>
          <p:spPr>
            <a:xfrm>
              <a:off x="3031154"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Shining Oath</a:t>
              </a:r>
              <a:endParaRPr b="1" sz="800"/>
            </a:p>
          </p:txBody>
        </p:sp>
        <p:sp>
          <p:nvSpPr>
            <p:cNvPr id="472" name="Google Shape;472;p18"/>
            <p:cNvSpPr txBox="1"/>
            <p:nvPr/>
          </p:nvSpPr>
          <p:spPr>
            <a:xfrm>
              <a:off x="3031154" y="34728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Aura of Life</a:t>
              </a:r>
              <a:endParaRPr b="1" sz="800"/>
            </a:p>
          </p:txBody>
        </p:sp>
      </p:grpSp>
      <p:sp>
        <p:nvSpPr>
          <p:cNvPr id="473" name="Google Shape;473;p18"/>
          <p:cNvSpPr txBox="1"/>
          <p:nvPr/>
        </p:nvSpPr>
        <p:spPr>
          <a:xfrm>
            <a:off x="4735100" y="43301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Celestial Form</a:t>
            </a:r>
            <a:endParaRPr b="1" sz="800"/>
          </a:p>
        </p:txBody>
      </p:sp>
      <p:sp>
        <p:nvSpPr>
          <p:cNvPr id="474" name="Google Shape;474;p18"/>
          <p:cNvSpPr txBox="1"/>
          <p:nvPr/>
        </p:nvSpPr>
        <p:spPr>
          <a:xfrm>
            <a:off x="2949388" y="1329675"/>
            <a:ext cx="631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Divine Health</a:t>
            </a:r>
            <a:endParaRPr b="1" sz="800"/>
          </a:p>
        </p:txBody>
      </p:sp>
      <p:sp>
        <p:nvSpPr>
          <p:cNvPr id="475" name="Google Shape;475;p18"/>
          <p:cNvSpPr txBox="1"/>
          <p:nvPr/>
        </p:nvSpPr>
        <p:spPr>
          <a:xfrm>
            <a:off x="3769188" y="1329663"/>
            <a:ext cx="78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Aura of Courage</a:t>
            </a:r>
            <a:endParaRPr b="1" sz="800"/>
          </a:p>
        </p:txBody>
      </p:sp>
      <p:cxnSp>
        <p:nvCxnSpPr>
          <p:cNvPr id="476" name="Google Shape;476;p18"/>
          <p:cNvCxnSpPr>
            <a:stCxn id="456" idx="2"/>
            <a:endCxn id="457" idx="0"/>
          </p:cNvCxnSpPr>
          <p:nvPr/>
        </p:nvCxnSpPr>
        <p:spPr>
          <a:xfrm flipH="1">
            <a:off x="4662435" y="811998"/>
            <a:ext cx="900" cy="2232300"/>
          </a:xfrm>
          <a:prstGeom prst="straightConnector1">
            <a:avLst/>
          </a:prstGeom>
          <a:noFill/>
          <a:ln cap="flat" cmpd="sng" w="19050">
            <a:solidFill>
              <a:srgbClr val="000000"/>
            </a:solidFill>
            <a:prstDash val="solid"/>
            <a:round/>
            <a:headEnd len="med" w="med" type="none"/>
            <a:tailEnd len="med" w="med" type="triangle"/>
          </a:ln>
        </p:spPr>
      </p:cxnSp>
      <p:cxnSp>
        <p:nvCxnSpPr>
          <p:cNvPr id="477" name="Google Shape;477;p18"/>
          <p:cNvCxnSpPr>
            <a:stCxn id="453" idx="2"/>
            <a:endCxn id="454" idx="0"/>
          </p:cNvCxnSpPr>
          <p:nvPr/>
        </p:nvCxnSpPr>
        <p:spPr>
          <a:xfrm flipH="1">
            <a:off x="2767388" y="811984"/>
            <a:ext cx="1800" cy="2232300"/>
          </a:xfrm>
          <a:prstGeom prst="straightConnector1">
            <a:avLst/>
          </a:prstGeom>
          <a:noFill/>
          <a:ln cap="flat" cmpd="sng" w="19050">
            <a:solidFill>
              <a:srgbClr val="000000"/>
            </a:solidFill>
            <a:prstDash val="solid"/>
            <a:round/>
            <a:headEnd len="med" w="med" type="none"/>
            <a:tailEnd len="med" w="med" type="triangle"/>
          </a:ln>
        </p:spPr>
      </p:cxnSp>
      <p:cxnSp>
        <p:nvCxnSpPr>
          <p:cNvPr id="478" name="Google Shape;478;p18"/>
          <p:cNvCxnSpPr>
            <a:stCxn id="450" idx="2"/>
            <a:endCxn id="451" idx="0"/>
          </p:cNvCxnSpPr>
          <p:nvPr/>
        </p:nvCxnSpPr>
        <p:spPr>
          <a:xfrm flipH="1">
            <a:off x="3714918" y="811998"/>
            <a:ext cx="1800" cy="2232300"/>
          </a:xfrm>
          <a:prstGeom prst="straightConnector1">
            <a:avLst/>
          </a:prstGeom>
          <a:noFill/>
          <a:ln cap="flat" cmpd="sng" w="19050">
            <a:solidFill>
              <a:srgbClr val="000000"/>
            </a:solidFill>
            <a:prstDash val="solid"/>
            <a:round/>
            <a:headEnd len="med" w="med" type="none"/>
            <a:tailEnd len="med" w="med" type="triangle"/>
          </a:ln>
        </p:spPr>
      </p:cxnSp>
      <p:cxnSp>
        <p:nvCxnSpPr>
          <p:cNvPr id="479" name="Google Shape;479;p18"/>
          <p:cNvCxnSpPr>
            <a:stCxn id="465" idx="2"/>
            <a:endCxn id="466" idx="0"/>
          </p:cNvCxnSpPr>
          <p:nvPr/>
        </p:nvCxnSpPr>
        <p:spPr>
          <a:xfrm>
            <a:off x="6304590" y="1240650"/>
            <a:ext cx="0" cy="2232300"/>
          </a:xfrm>
          <a:prstGeom prst="straightConnector1">
            <a:avLst/>
          </a:prstGeom>
          <a:noFill/>
          <a:ln cap="flat" cmpd="sng" w="19050">
            <a:solidFill>
              <a:srgbClr val="000000"/>
            </a:solidFill>
            <a:prstDash val="solid"/>
            <a:round/>
            <a:headEnd len="med" w="med" type="none"/>
            <a:tailEnd len="med" w="med" type="triangle"/>
          </a:ln>
        </p:spPr>
      </p:cxnSp>
      <p:cxnSp>
        <p:nvCxnSpPr>
          <p:cNvPr id="480" name="Google Shape;480;p18"/>
          <p:cNvCxnSpPr>
            <a:stCxn id="471" idx="2"/>
            <a:endCxn id="472" idx="0"/>
          </p:cNvCxnSpPr>
          <p:nvPr/>
        </p:nvCxnSpPr>
        <p:spPr>
          <a:xfrm>
            <a:off x="7396829" y="1240650"/>
            <a:ext cx="0" cy="2232300"/>
          </a:xfrm>
          <a:prstGeom prst="straightConnector1">
            <a:avLst/>
          </a:prstGeom>
          <a:noFill/>
          <a:ln cap="flat" cmpd="sng" w="19050">
            <a:solidFill>
              <a:srgbClr val="000000"/>
            </a:solidFill>
            <a:prstDash val="solid"/>
            <a:round/>
            <a:headEnd len="med" w="med" type="none"/>
            <a:tailEnd len="med" w="med" type="triangle"/>
          </a:ln>
        </p:spPr>
      </p:cxnSp>
      <p:cxnSp>
        <p:nvCxnSpPr>
          <p:cNvPr id="481" name="Google Shape;481;p18"/>
          <p:cNvCxnSpPr>
            <a:stCxn id="460" idx="2"/>
            <a:endCxn id="461" idx="0"/>
          </p:cNvCxnSpPr>
          <p:nvPr/>
        </p:nvCxnSpPr>
        <p:spPr>
          <a:xfrm>
            <a:off x="8520279" y="1240674"/>
            <a:ext cx="0" cy="2232300"/>
          </a:xfrm>
          <a:prstGeom prst="straightConnector1">
            <a:avLst/>
          </a:prstGeom>
          <a:noFill/>
          <a:ln cap="flat" cmpd="sng" w="19050">
            <a:solidFill>
              <a:srgbClr val="000000"/>
            </a:solidFill>
            <a:prstDash val="solid"/>
            <a:round/>
            <a:headEnd len="med" w="med" type="none"/>
            <a:tailEnd len="med" w="med" type="triangle"/>
          </a:ln>
        </p:spPr>
      </p:cxnSp>
      <p:cxnSp>
        <p:nvCxnSpPr>
          <p:cNvPr id="482" name="Google Shape;482;p18"/>
          <p:cNvCxnSpPr>
            <a:stCxn id="468" idx="2"/>
            <a:endCxn id="469" idx="0"/>
          </p:cNvCxnSpPr>
          <p:nvPr/>
        </p:nvCxnSpPr>
        <p:spPr>
          <a:xfrm>
            <a:off x="5221250" y="1240661"/>
            <a:ext cx="0" cy="2232300"/>
          </a:xfrm>
          <a:prstGeom prst="straightConnector1">
            <a:avLst/>
          </a:prstGeom>
          <a:noFill/>
          <a:ln cap="flat" cmpd="sng" w="19050">
            <a:solidFill>
              <a:srgbClr val="000000"/>
            </a:solidFill>
            <a:prstDash val="solid"/>
            <a:round/>
            <a:headEnd len="med" w="med" type="none"/>
            <a:tailEnd len="med" w="med" type="triangle"/>
          </a:ln>
        </p:spPr>
      </p:cxnSp>
      <p:sp>
        <p:nvSpPr>
          <p:cNvPr id="483" name="Google Shape;483;p18"/>
          <p:cNvSpPr txBox="1"/>
          <p:nvPr/>
        </p:nvSpPr>
        <p:spPr>
          <a:xfrm>
            <a:off x="1897113" y="2615563"/>
            <a:ext cx="7641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Litany Against Sloth</a:t>
            </a:r>
            <a:endParaRPr b="1" sz="800"/>
          </a:p>
        </p:txBody>
      </p:sp>
      <p:sp>
        <p:nvSpPr>
          <p:cNvPr id="484" name="Google Shape;484;p18"/>
          <p:cNvSpPr txBox="1"/>
          <p:nvPr/>
        </p:nvSpPr>
        <p:spPr>
          <a:xfrm>
            <a:off x="2849213" y="2615550"/>
            <a:ext cx="7857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Devoted Focus</a:t>
            </a:r>
            <a:endParaRPr b="1" sz="800"/>
          </a:p>
        </p:txBody>
      </p:sp>
      <p:cxnSp>
        <p:nvCxnSpPr>
          <p:cNvPr id="485" name="Google Shape;485;p18"/>
          <p:cNvCxnSpPr>
            <a:stCxn id="486" idx="2"/>
            <a:endCxn id="487" idx="0"/>
          </p:cNvCxnSpPr>
          <p:nvPr/>
        </p:nvCxnSpPr>
        <p:spPr>
          <a:xfrm flipH="1" rot="-5400000">
            <a:off x="6592120" y="4499675"/>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488" name="Google Shape;488;p18"/>
          <p:cNvCxnSpPr>
            <a:stCxn id="489" idx="1"/>
            <a:endCxn id="490" idx="1"/>
          </p:cNvCxnSpPr>
          <p:nvPr/>
        </p:nvCxnSpPr>
        <p:spPr>
          <a:xfrm flipH="1">
            <a:off x="939294" y="1499475"/>
            <a:ext cx="1200" cy="857100"/>
          </a:xfrm>
          <a:prstGeom prst="bentConnector3">
            <a:avLst>
              <a:gd fmla="val 8141134" name="adj1"/>
            </a:avLst>
          </a:prstGeom>
          <a:noFill/>
          <a:ln cap="flat" cmpd="sng" w="19050">
            <a:solidFill>
              <a:srgbClr val="000000"/>
            </a:solidFill>
            <a:prstDash val="solid"/>
            <a:round/>
            <a:headEnd len="med" w="med" type="none"/>
            <a:tailEnd len="med" w="med" type="triangle"/>
          </a:ln>
        </p:spPr>
      </p:cxnSp>
      <p:cxnSp>
        <p:nvCxnSpPr>
          <p:cNvPr id="491" name="Google Shape;491;p18"/>
          <p:cNvCxnSpPr>
            <a:stCxn id="489" idx="1"/>
            <a:endCxn id="492" idx="1"/>
          </p:cNvCxnSpPr>
          <p:nvPr/>
        </p:nvCxnSpPr>
        <p:spPr>
          <a:xfrm flipH="1">
            <a:off x="939294" y="1499475"/>
            <a:ext cx="1200" cy="3000300"/>
          </a:xfrm>
          <a:prstGeom prst="bentConnector3">
            <a:avLst>
              <a:gd fmla="val 8141134" name="adj1"/>
            </a:avLst>
          </a:prstGeom>
          <a:noFill/>
          <a:ln cap="flat" cmpd="sng" w="19050">
            <a:solidFill>
              <a:srgbClr val="000000"/>
            </a:solidFill>
            <a:prstDash val="solid"/>
            <a:round/>
            <a:headEnd len="med" w="med" type="none"/>
            <a:tailEnd len="med" w="med" type="triangle"/>
          </a:ln>
        </p:spPr>
      </p:cxnSp>
      <p:grpSp>
        <p:nvGrpSpPr>
          <p:cNvPr id="493" name="Google Shape;493;p18"/>
          <p:cNvGrpSpPr/>
          <p:nvPr/>
        </p:nvGrpSpPr>
        <p:grpSpPr>
          <a:xfrm>
            <a:off x="939320" y="1329675"/>
            <a:ext cx="582025" cy="3340025"/>
            <a:chOff x="4719903" y="1329700"/>
            <a:chExt cx="974264" cy="3340025"/>
          </a:xfrm>
        </p:grpSpPr>
        <p:sp>
          <p:nvSpPr>
            <p:cNvPr id="494" name="Google Shape;494;p18"/>
            <p:cNvSpPr txBox="1"/>
            <p:nvPr/>
          </p:nvSpPr>
          <p:spPr>
            <a:xfrm>
              <a:off x="4721756" y="3044213"/>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Affliction Mercy</a:t>
              </a:r>
              <a:endParaRPr b="1" sz="800"/>
            </a:p>
          </p:txBody>
        </p:sp>
        <p:sp>
          <p:nvSpPr>
            <p:cNvPr id="492" name="Google Shape;492;p18"/>
            <p:cNvSpPr txBox="1"/>
            <p:nvPr/>
          </p:nvSpPr>
          <p:spPr>
            <a:xfrm>
              <a:off x="4719903" y="4330125"/>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Ultimate Mercy</a:t>
              </a:r>
              <a:endParaRPr b="1" sz="800"/>
            </a:p>
          </p:txBody>
        </p:sp>
        <p:sp>
          <p:nvSpPr>
            <p:cNvPr id="489" name="Google Shape;489;p18"/>
            <p:cNvSpPr txBox="1"/>
            <p:nvPr/>
          </p:nvSpPr>
          <p:spPr>
            <a:xfrm>
              <a:off x="4721867" y="1329700"/>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Mercy</a:t>
              </a:r>
              <a:endParaRPr b="1" sz="800"/>
            </a:p>
          </p:txBody>
        </p:sp>
        <p:sp>
          <p:nvSpPr>
            <p:cNvPr id="490" name="Google Shape;490;p18"/>
            <p:cNvSpPr txBox="1"/>
            <p:nvPr/>
          </p:nvSpPr>
          <p:spPr>
            <a:xfrm>
              <a:off x="4719916" y="2186949"/>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Mercy</a:t>
              </a:r>
              <a:endParaRPr b="1" sz="800"/>
            </a:p>
          </p:txBody>
        </p:sp>
      </p:grpSp>
      <p:cxnSp>
        <p:nvCxnSpPr>
          <p:cNvPr id="495" name="Google Shape;495;p18"/>
          <p:cNvCxnSpPr>
            <a:stCxn id="489" idx="1"/>
            <a:endCxn id="494" idx="1"/>
          </p:cNvCxnSpPr>
          <p:nvPr/>
        </p:nvCxnSpPr>
        <p:spPr>
          <a:xfrm>
            <a:off x="940494" y="1499475"/>
            <a:ext cx="600" cy="1714500"/>
          </a:xfrm>
          <a:prstGeom prst="bentConnector3">
            <a:avLst>
              <a:gd fmla="val -16282269" name="adj1"/>
            </a:avLst>
          </a:prstGeom>
          <a:noFill/>
          <a:ln cap="flat" cmpd="sng" w="19050">
            <a:solidFill>
              <a:srgbClr val="000000"/>
            </a:solidFill>
            <a:prstDash val="solid"/>
            <a:round/>
            <a:headEnd len="med" w="med" type="none"/>
            <a:tailEnd len="med" w="med" type="triangle"/>
          </a:ln>
        </p:spPr>
      </p:cxnSp>
      <p:sp>
        <p:nvSpPr>
          <p:cNvPr id="496" name="Google Shape;496;p18"/>
          <p:cNvSpPr txBox="1"/>
          <p:nvPr/>
        </p:nvSpPr>
        <p:spPr>
          <a:xfrm>
            <a:off x="2849224" y="2186925"/>
            <a:ext cx="812700" cy="339600"/>
          </a:xfrm>
          <a:prstGeom prst="rect">
            <a:avLst/>
          </a:prstGeom>
          <a:solidFill>
            <a:srgbClr val="FFFFFF"/>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Sense Evil</a:t>
            </a:r>
            <a:endParaRPr b="1" sz="800"/>
          </a:p>
        </p:txBody>
      </p:sp>
      <p:sp>
        <p:nvSpPr>
          <p:cNvPr id="497" name="Google Shape;497;p18"/>
          <p:cNvSpPr txBox="1"/>
          <p:nvPr/>
        </p:nvSpPr>
        <p:spPr>
          <a:xfrm>
            <a:off x="4726970" y="2186925"/>
            <a:ext cx="432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Second Ally</a:t>
            </a:r>
            <a:endParaRPr b="1" sz="800"/>
          </a:p>
        </p:txBody>
      </p:sp>
      <p:sp>
        <p:nvSpPr>
          <p:cNvPr id="498" name="Google Shape;498;p18"/>
          <p:cNvSpPr txBox="1"/>
          <p:nvPr/>
        </p:nvSpPr>
        <p:spPr>
          <a:xfrm>
            <a:off x="5276765"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Heal Mount</a:t>
            </a:r>
            <a:endParaRPr b="1" sz="800"/>
          </a:p>
        </p:txBody>
      </p:sp>
      <p:sp>
        <p:nvSpPr>
          <p:cNvPr id="499" name="Google Shape;499;p18"/>
          <p:cNvSpPr txBox="1"/>
          <p:nvPr/>
        </p:nvSpPr>
        <p:spPr>
          <a:xfrm>
            <a:off x="1688913" y="2186949"/>
            <a:ext cx="9723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Advanced Deity’s Domain</a:t>
            </a:r>
            <a:endParaRPr b="1" sz="800"/>
          </a:p>
        </p:txBody>
      </p:sp>
      <p:sp>
        <p:nvSpPr>
          <p:cNvPr id="500" name="Google Shape;500;p18"/>
          <p:cNvSpPr txBox="1"/>
          <p:nvPr/>
        </p:nvSpPr>
        <p:spPr>
          <a:xfrm>
            <a:off x="3781101" y="2186925"/>
            <a:ext cx="78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 Block</a:t>
            </a:r>
            <a:endParaRPr b="1" sz="800"/>
          </a:p>
        </p:txBody>
      </p:sp>
      <p:grpSp>
        <p:nvGrpSpPr>
          <p:cNvPr id="501" name="Google Shape;501;p18"/>
          <p:cNvGrpSpPr/>
          <p:nvPr/>
        </p:nvGrpSpPr>
        <p:grpSpPr>
          <a:xfrm>
            <a:off x="7472312" y="1758338"/>
            <a:ext cx="972500" cy="3340038"/>
            <a:chOff x="8115424" y="1758300"/>
            <a:chExt cx="972500" cy="3340038"/>
          </a:xfrm>
        </p:grpSpPr>
        <p:grpSp>
          <p:nvGrpSpPr>
            <p:cNvPr id="502" name="Google Shape;502;p18"/>
            <p:cNvGrpSpPr/>
            <p:nvPr/>
          </p:nvGrpSpPr>
          <p:grpSpPr>
            <a:xfrm>
              <a:off x="8115424" y="2615563"/>
              <a:ext cx="972500" cy="2482775"/>
              <a:chOff x="11378349" y="2615538"/>
              <a:chExt cx="972500" cy="2482775"/>
            </a:xfrm>
          </p:grpSpPr>
          <p:sp>
            <p:nvSpPr>
              <p:cNvPr id="503" name="Google Shape;503;p18"/>
              <p:cNvSpPr txBox="1"/>
              <p:nvPr/>
            </p:nvSpPr>
            <p:spPr>
              <a:xfrm>
                <a:off x="11378349" y="3901475"/>
                <a:ext cx="972300" cy="339600"/>
              </a:xfrm>
              <a:prstGeom prst="rect">
                <a:avLst/>
              </a:prstGeom>
              <a:solidFill>
                <a:srgbClr val="D5A6B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 of Grace</a:t>
                </a:r>
                <a:endParaRPr b="1" sz="800"/>
              </a:p>
            </p:txBody>
          </p:sp>
          <p:sp>
            <p:nvSpPr>
              <p:cNvPr id="504" name="Google Shape;504;p18"/>
              <p:cNvSpPr txBox="1"/>
              <p:nvPr/>
            </p:nvSpPr>
            <p:spPr>
              <a:xfrm>
                <a:off x="11378349" y="4758713"/>
                <a:ext cx="972300" cy="339600"/>
              </a:xfrm>
              <a:prstGeom prst="rect">
                <a:avLst/>
              </a:prstGeom>
              <a:solidFill>
                <a:srgbClr val="D5A6B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 Paragon</a:t>
                </a:r>
                <a:endParaRPr b="1" sz="800"/>
              </a:p>
            </p:txBody>
          </p:sp>
          <p:sp>
            <p:nvSpPr>
              <p:cNvPr id="505" name="Google Shape;505;p18"/>
              <p:cNvSpPr txBox="1"/>
              <p:nvPr/>
            </p:nvSpPr>
            <p:spPr>
              <a:xfrm>
                <a:off x="11378549" y="2615538"/>
                <a:ext cx="972300" cy="339600"/>
              </a:xfrm>
              <a:prstGeom prst="rect">
                <a:avLst/>
              </a:prstGeom>
              <a:solidFill>
                <a:srgbClr val="D5A6B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 of Reckoning</a:t>
                </a:r>
                <a:endParaRPr b="1" sz="800"/>
              </a:p>
            </p:txBody>
          </p:sp>
        </p:grpSp>
        <p:sp>
          <p:nvSpPr>
            <p:cNvPr id="506" name="Google Shape;506;p18"/>
            <p:cNvSpPr txBox="1"/>
            <p:nvPr/>
          </p:nvSpPr>
          <p:spPr>
            <a:xfrm>
              <a:off x="8115519" y="1758300"/>
              <a:ext cx="972300" cy="339600"/>
            </a:xfrm>
            <a:prstGeom prst="rect">
              <a:avLst/>
            </a:prstGeom>
            <a:solidFill>
              <a:srgbClr val="D5A6B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 Warden</a:t>
              </a:r>
              <a:endParaRPr b="1" sz="800"/>
            </a:p>
          </p:txBody>
        </p:sp>
      </p:grpSp>
      <p:sp>
        <p:nvSpPr>
          <p:cNvPr id="507" name="Google Shape;507;p18"/>
          <p:cNvSpPr txBox="1"/>
          <p:nvPr/>
        </p:nvSpPr>
        <p:spPr>
          <a:xfrm>
            <a:off x="1897113" y="1758313"/>
            <a:ext cx="7641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Litany Against Wrath</a:t>
            </a:r>
            <a:endParaRPr b="1" sz="800"/>
          </a:p>
        </p:txBody>
      </p:sp>
      <p:sp>
        <p:nvSpPr>
          <p:cNvPr id="508" name="Google Shape;508;p18"/>
          <p:cNvSpPr txBox="1"/>
          <p:nvPr/>
        </p:nvSpPr>
        <p:spPr>
          <a:xfrm>
            <a:off x="3769188" y="1758288"/>
            <a:ext cx="78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Attack of </a:t>
            </a:r>
            <a:r>
              <a:rPr b="1" lang="en" sz="800"/>
              <a:t>Opportunity</a:t>
            </a:r>
            <a:endParaRPr b="1" sz="800"/>
          </a:p>
        </p:txBody>
      </p:sp>
      <p:grpSp>
        <p:nvGrpSpPr>
          <p:cNvPr id="509" name="Google Shape;509;p18"/>
          <p:cNvGrpSpPr/>
          <p:nvPr/>
        </p:nvGrpSpPr>
        <p:grpSpPr>
          <a:xfrm>
            <a:off x="6364556" y="1758300"/>
            <a:ext cx="972314" cy="3340038"/>
            <a:chOff x="5276769" y="1758338"/>
            <a:chExt cx="972314" cy="3340038"/>
          </a:xfrm>
        </p:grpSpPr>
        <p:grpSp>
          <p:nvGrpSpPr>
            <p:cNvPr id="510" name="Google Shape;510;p18"/>
            <p:cNvGrpSpPr/>
            <p:nvPr/>
          </p:nvGrpSpPr>
          <p:grpSpPr>
            <a:xfrm>
              <a:off x="5276769" y="2615625"/>
              <a:ext cx="972314" cy="2482750"/>
              <a:chOff x="9240644" y="2615563"/>
              <a:chExt cx="972314" cy="2482750"/>
            </a:xfrm>
          </p:grpSpPr>
          <p:sp>
            <p:nvSpPr>
              <p:cNvPr id="486" name="Google Shape;486;p18"/>
              <p:cNvSpPr txBox="1"/>
              <p:nvPr/>
            </p:nvSpPr>
            <p:spPr>
              <a:xfrm>
                <a:off x="9240658" y="3901450"/>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Auspicious Mount </a:t>
                </a:r>
                <a:endParaRPr b="1" sz="800"/>
              </a:p>
            </p:txBody>
          </p:sp>
          <p:sp>
            <p:nvSpPr>
              <p:cNvPr id="487" name="Google Shape;487;p18"/>
              <p:cNvSpPr txBox="1"/>
              <p:nvPr/>
            </p:nvSpPr>
            <p:spPr>
              <a:xfrm>
                <a:off x="9240658" y="475871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Celestial Mount</a:t>
                </a:r>
                <a:endParaRPr b="1" sz="800"/>
              </a:p>
            </p:txBody>
          </p:sp>
          <p:sp>
            <p:nvSpPr>
              <p:cNvPr id="511" name="Google Shape;511;p18"/>
              <p:cNvSpPr txBox="1"/>
              <p:nvPr/>
            </p:nvSpPr>
            <p:spPr>
              <a:xfrm>
                <a:off x="9240644" y="261556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Imposing Destrier</a:t>
                </a:r>
                <a:endParaRPr b="1" sz="800"/>
              </a:p>
            </p:txBody>
          </p:sp>
        </p:grpSp>
        <p:sp>
          <p:nvSpPr>
            <p:cNvPr id="512" name="Google Shape;512;p18"/>
            <p:cNvSpPr txBox="1"/>
            <p:nvPr/>
          </p:nvSpPr>
          <p:spPr>
            <a:xfrm>
              <a:off x="5276779" y="1758338"/>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Loyal Warhorse</a:t>
              </a:r>
              <a:endParaRPr b="1" sz="800"/>
            </a:p>
          </p:txBody>
        </p:sp>
      </p:grpSp>
      <p:cxnSp>
        <p:nvCxnSpPr>
          <p:cNvPr id="513" name="Google Shape;513;p18"/>
          <p:cNvCxnSpPr>
            <a:stCxn id="506" idx="2"/>
            <a:endCxn id="505" idx="0"/>
          </p:cNvCxnSpPr>
          <p:nvPr/>
        </p:nvCxnSpPr>
        <p:spPr>
          <a:xfrm flipH="1" rot="-5400000">
            <a:off x="7699956" y="2356538"/>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514" name="Google Shape;514;p18"/>
          <p:cNvCxnSpPr>
            <a:stCxn id="512" idx="2"/>
            <a:endCxn id="511" idx="0"/>
          </p:cNvCxnSpPr>
          <p:nvPr/>
        </p:nvCxnSpPr>
        <p:spPr>
          <a:xfrm flipH="1" rot="-5400000">
            <a:off x="6592117" y="2356500"/>
            <a:ext cx="517800" cy="600"/>
          </a:xfrm>
          <a:prstGeom prst="bentConnector3">
            <a:avLst>
              <a:gd fmla="val 49989" name="adj1"/>
            </a:avLst>
          </a:prstGeom>
          <a:noFill/>
          <a:ln cap="flat" cmpd="sng" w="19050">
            <a:solidFill>
              <a:srgbClr val="000000"/>
            </a:solidFill>
            <a:prstDash val="solid"/>
            <a:round/>
            <a:headEnd len="med" w="med" type="none"/>
            <a:tailEnd len="med" w="med" type="triangle"/>
          </a:ln>
        </p:spPr>
      </p:cxnSp>
      <p:cxnSp>
        <p:nvCxnSpPr>
          <p:cNvPr id="515" name="Google Shape;515;p18"/>
          <p:cNvCxnSpPr>
            <a:stCxn id="511" idx="2"/>
            <a:endCxn id="486" idx="0"/>
          </p:cNvCxnSpPr>
          <p:nvPr/>
        </p:nvCxnSpPr>
        <p:spPr>
          <a:xfrm flipH="1" rot="-5400000">
            <a:off x="6377906" y="3427988"/>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516" name="Google Shape;516;p18"/>
          <p:cNvCxnSpPr>
            <a:stCxn id="506" idx="3"/>
            <a:endCxn id="503" idx="3"/>
          </p:cNvCxnSpPr>
          <p:nvPr/>
        </p:nvCxnSpPr>
        <p:spPr>
          <a:xfrm>
            <a:off x="8444706" y="1928138"/>
            <a:ext cx="600" cy="2143200"/>
          </a:xfrm>
          <a:prstGeom prst="bentConnector3">
            <a:avLst>
              <a:gd fmla="val 104615628" name="adj1"/>
            </a:avLst>
          </a:prstGeom>
          <a:noFill/>
          <a:ln cap="flat" cmpd="sng" w="19050">
            <a:solidFill>
              <a:srgbClr val="000000"/>
            </a:solidFill>
            <a:prstDash val="solid"/>
            <a:round/>
            <a:headEnd len="med" w="med" type="none"/>
            <a:tailEnd len="med" w="med" type="triangle"/>
          </a:ln>
        </p:spPr>
      </p:cxnSp>
      <p:sp>
        <p:nvSpPr>
          <p:cNvPr id="517" name="Google Shape;517;p18"/>
          <p:cNvSpPr txBox="1"/>
          <p:nvPr/>
        </p:nvSpPr>
        <p:spPr>
          <a:xfrm>
            <a:off x="5817762" y="3044188"/>
            <a:ext cx="432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Divine Wall</a:t>
            </a:r>
            <a:endParaRPr b="1" sz="800"/>
          </a:p>
        </p:txBody>
      </p:sp>
      <p:cxnSp>
        <p:nvCxnSpPr>
          <p:cNvPr id="518" name="Google Shape;518;p18"/>
          <p:cNvCxnSpPr>
            <a:stCxn id="445" idx="2"/>
            <a:endCxn id="499" idx="1"/>
          </p:cNvCxnSpPr>
          <p:nvPr/>
        </p:nvCxnSpPr>
        <p:spPr>
          <a:xfrm flipH="1" rot="-5400000">
            <a:off x="879454" y="1547149"/>
            <a:ext cx="1544700" cy="74400"/>
          </a:xfrm>
          <a:prstGeom prst="bentConnector2">
            <a:avLst/>
          </a:prstGeom>
          <a:noFill/>
          <a:ln cap="flat" cmpd="sng" w="19050">
            <a:solidFill>
              <a:srgbClr val="000000"/>
            </a:solidFill>
            <a:prstDash val="solid"/>
            <a:round/>
            <a:headEnd len="med" w="med" type="none"/>
            <a:tailEnd len="med" w="med" type="triangle"/>
          </a:ln>
        </p:spPr>
      </p:cxnSp>
      <p:pic>
        <p:nvPicPr>
          <p:cNvPr id="519" name="Google Shape;519;p18"/>
          <p:cNvPicPr preferRelativeResize="0"/>
          <p:nvPr/>
        </p:nvPicPr>
        <p:blipFill>
          <a:blip r:embed="rId3">
            <a:alphaModFix/>
          </a:blip>
          <a:stretch>
            <a:fillRect/>
          </a:stretch>
        </p:blipFill>
        <p:spPr>
          <a:xfrm>
            <a:off x="2945363" y="3044170"/>
            <a:ext cx="271018" cy="186325"/>
          </a:xfrm>
          <a:prstGeom prst="rect">
            <a:avLst/>
          </a:prstGeom>
          <a:noFill/>
          <a:ln cap="flat" cmpd="sng" w="9525">
            <a:solidFill>
              <a:srgbClr val="595959"/>
            </a:solidFill>
            <a:prstDash val="solid"/>
            <a:round/>
            <a:headEnd len="sm" w="sm" type="none"/>
            <a:tailEnd len="sm" w="sm" type="none"/>
          </a:ln>
        </p:spPr>
      </p:pic>
      <p:grpSp>
        <p:nvGrpSpPr>
          <p:cNvPr id="520" name="Google Shape;520;p18"/>
          <p:cNvGrpSpPr/>
          <p:nvPr/>
        </p:nvGrpSpPr>
        <p:grpSpPr>
          <a:xfrm>
            <a:off x="4735099" y="1758275"/>
            <a:ext cx="1514033" cy="3340095"/>
            <a:chOff x="5822899" y="1758288"/>
            <a:chExt cx="1514033" cy="3340095"/>
          </a:xfrm>
        </p:grpSpPr>
        <p:grpSp>
          <p:nvGrpSpPr>
            <p:cNvPr id="521" name="Google Shape;521;p18"/>
            <p:cNvGrpSpPr/>
            <p:nvPr/>
          </p:nvGrpSpPr>
          <p:grpSpPr>
            <a:xfrm>
              <a:off x="5822899" y="1758311"/>
              <a:ext cx="1514025" cy="3340072"/>
              <a:chOff x="5822899" y="1758311"/>
              <a:chExt cx="1514025" cy="3340072"/>
            </a:xfrm>
          </p:grpSpPr>
          <p:sp>
            <p:nvSpPr>
              <p:cNvPr id="522" name="Google Shape;522;p18"/>
              <p:cNvSpPr txBox="1"/>
              <p:nvPr/>
            </p:nvSpPr>
            <p:spPr>
              <a:xfrm>
                <a:off x="5822899" y="3901483"/>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Instrument of Zeal </a:t>
                </a:r>
                <a:endParaRPr b="1" sz="800"/>
              </a:p>
            </p:txBody>
          </p:sp>
          <p:sp>
            <p:nvSpPr>
              <p:cNvPr id="523" name="Google Shape;523;p18"/>
              <p:cNvSpPr txBox="1"/>
              <p:nvPr/>
            </p:nvSpPr>
            <p:spPr>
              <a:xfrm>
                <a:off x="6364524" y="4758783"/>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Radiant Blade Master</a:t>
                </a:r>
                <a:endParaRPr b="1" sz="800"/>
              </a:p>
            </p:txBody>
          </p:sp>
          <p:sp>
            <p:nvSpPr>
              <p:cNvPr id="524" name="Google Shape;524;p18"/>
              <p:cNvSpPr txBox="1"/>
              <p:nvPr/>
            </p:nvSpPr>
            <p:spPr>
              <a:xfrm>
                <a:off x="6364624" y="2615633"/>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Radiant Blade Spirit</a:t>
                </a:r>
                <a:endParaRPr b="1" sz="800"/>
              </a:p>
            </p:txBody>
          </p:sp>
          <p:sp>
            <p:nvSpPr>
              <p:cNvPr id="525" name="Google Shape;525;p18"/>
              <p:cNvSpPr txBox="1"/>
              <p:nvPr/>
            </p:nvSpPr>
            <p:spPr>
              <a:xfrm>
                <a:off x="6364566" y="1758311"/>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Smite Evil</a:t>
                </a:r>
                <a:endParaRPr b="1" sz="800"/>
              </a:p>
            </p:txBody>
          </p:sp>
        </p:grpSp>
        <p:pic>
          <p:nvPicPr>
            <p:cNvPr id="526" name="Google Shape;526;p18"/>
            <p:cNvPicPr preferRelativeResize="0"/>
            <p:nvPr/>
          </p:nvPicPr>
          <p:blipFill>
            <a:blip r:embed="rId4">
              <a:alphaModFix/>
            </a:blip>
            <a:stretch>
              <a:fillRect/>
            </a:stretch>
          </p:blipFill>
          <p:spPr>
            <a:xfrm>
              <a:off x="7155231" y="1758288"/>
              <a:ext cx="181700" cy="176775"/>
            </a:xfrm>
            <a:prstGeom prst="rect">
              <a:avLst/>
            </a:prstGeom>
            <a:noFill/>
            <a:ln cap="flat" cmpd="sng" w="9525">
              <a:solidFill>
                <a:srgbClr val="000000"/>
              </a:solidFill>
              <a:prstDash val="solid"/>
              <a:round/>
              <a:headEnd len="sm" w="sm" type="none"/>
              <a:tailEnd len="sm" w="sm" type="none"/>
            </a:ln>
          </p:spPr>
        </p:pic>
      </p:grpSp>
      <p:pic>
        <p:nvPicPr>
          <p:cNvPr id="527" name="Google Shape;527;p18"/>
          <p:cNvPicPr preferRelativeResize="0"/>
          <p:nvPr/>
        </p:nvPicPr>
        <p:blipFill>
          <a:blip r:embed="rId5">
            <a:alphaModFix/>
          </a:blip>
          <a:stretch>
            <a:fillRect/>
          </a:stretch>
        </p:blipFill>
        <p:spPr>
          <a:xfrm>
            <a:off x="4347090" y="1758349"/>
            <a:ext cx="209060" cy="186325"/>
          </a:xfrm>
          <a:prstGeom prst="rect">
            <a:avLst/>
          </a:prstGeom>
          <a:noFill/>
          <a:ln cap="flat" cmpd="sng" w="9525">
            <a:solidFill>
              <a:srgbClr val="000000"/>
            </a:solidFill>
            <a:prstDash val="solid"/>
            <a:round/>
            <a:headEnd len="sm" w="sm" type="none"/>
            <a:tailEnd len="sm" w="sm" type="none"/>
          </a:ln>
        </p:spPr>
      </p:pic>
      <p:pic>
        <p:nvPicPr>
          <p:cNvPr id="528" name="Google Shape;528;p18"/>
          <p:cNvPicPr preferRelativeResize="0"/>
          <p:nvPr/>
        </p:nvPicPr>
        <p:blipFill>
          <a:blip r:embed="rId5">
            <a:alphaModFix/>
          </a:blip>
          <a:stretch>
            <a:fillRect/>
          </a:stretch>
        </p:blipFill>
        <p:spPr>
          <a:xfrm>
            <a:off x="8235640" y="2615762"/>
            <a:ext cx="209060" cy="186325"/>
          </a:xfrm>
          <a:prstGeom prst="rect">
            <a:avLst/>
          </a:prstGeom>
          <a:noFill/>
          <a:ln cap="flat" cmpd="sng" w="9525">
            <a:solidFill>
              <a:srgbClr val="000000"/>
            </a:solidFill>
            <a:prstDash val="solid"/>
            <a:round/>
            <a:headEnd len="sm" w="sm" type="none"/>
            <a:tailEnd len="sm" w="sm" type="none"/>
          </a:ln>
        </p:spPr>
      </p:pic>
      <p:pic>
        <p:nvPicPr>
          <p:cNvPr id="529" name="Google Shape;529;p18"/>
          <p:cNvPicPr preferRelativeResize="0"/>
          <p:nvPr/>
        </p:nvPicPr>
        <p:blipFill>
          <a:blip r:embed="rId5">
            <a:alphaModFix/>
          </a:blip>
          <a:stretch>
            <a:fillRect/>
          </a:stretch>
        </p:blipFill>
        <p:spPr>
          <a:xfrm>
            <a:off x="3372140" y="901074"/>
            <a:ext cx="209060" cy="186325"/>
          </a:xfrm>
          <a:prstGeom prst="rect">
            <a:avLst/>
          </a:prstGeom>
          <a:noFill/>
          <a:ln cap="flat" cmpd="sng" w="9525">
            <a:solidFill>
              <a:srgbClr val="000000"/>
            </a:solidFill>
            <a:prstDash val="solid"/>
            <a:round/>
            <a:headEnd len="sm" w="sm" type="none"/>
            <a:tailEnd len="sm" w="sm" type="none"/>
          </a:ln>
        </p:spPr>
      </p:pic>
      <p:sp>
        <p:nvSpPr>
          <p:cNvPr id="530" name="Google Shape;530;p18"/>
          <p:cNvSpPr/>
          <p:nvPr/>
        </p:nvSpPr>
        <p:spPr>
          <a:xfrm>
            <a:off x="8595747" y="2884925"/>
            <a:ext cx="410700" cy="2295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Exalt</a:t>
            </a:r>
            <a:endParaRPr b="1" sz="800"/>
          </a:p>
        </p:txBody>
      </p:sp>
      <p:cxnSp>
        <p:nvCxnSpPr>
          <p:cNvPr id="531" name="Google Shape;531;p18"/>
          <p:cNvCxnSpPr>
            <a:endCxn id="461" idx="0"/>
          </p:cNvCxnSpPr>
          <p:nvPr/>
        </p:nvCxnSpPr>
        <p:spPr>
          <a:xfrm rot="5400000">
            <a:off x="8489079" y="3159361"/>
            <a:ext cx="344700" cy="2823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532" name="Google Shape;532;p18"/>
          <p:cNvCxnSpPr>
            <a:stCxn id="524" idx="2"/>
            <a:endCxn id="523" idx="0"/>
          </p:cNvCxnSpPr>
          <p:nvPr/>
        </p:nvCxnSpPr>
        <p:spPr>
          <a:xfrm flipH="1" rot="-5400000">
            <a:off x="4861474" y="3856720"/>
            <a:ext cx="1803600" cy="600"/>
          </a:xfrm>
          <a:prstGeom prst="bentConnector3">
            <a:avLst>
              <a:gd fmla="val 49999" name="adj1"/>
            </a:avLst>
          </a:prstGeom>
          <a:noFill/>
          <a:ln cap="flat" cmpd="sng" w="19050">
            <a:solidFill>
              <a:srgbClr val="000000"/>
            </a:solidFill>
            <a:prstDash val="solid"/>
            <a:round/>
            <a:headEnd len="med" w="med" type="none"/>
            <a:tailEnd len="med" w="med" type="triangle"/>
          </a:ln>
        </p:spPr>
      </p:cxnSp>
      <p:sp>
        <p:nvSpPr>
          <p:cNvPr id="533" name="Google Shape;533;p18"/>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grpSp>
        <p:nvGrpSpPr>
          <p:cNvPr id="534" name="Google Shape;534;p18"/>
          <p:cNvGrpSpPr/>
          <p:nvPr/>
        </p:nvGrpSpPr>
        <p:grpSpPr>
          <a:xfrm>
            <a:off x="2338225" y="4009775"/>
            <a:ext cx="1485300" cy="980400"/>
            <a:chOff x="9532650" y="3917875"/>
            <a:chExt cx="1485300" cy="980400"/>
          </a:xfrm>
        </p:grpSpPr>
        <p:sp>
          <p:nvSpPr>
            <p:cNvPr id="535" name="Google Shape;535;p18"/>
            <p:cNvSpPr/>
            <p:nvPr/>
          </p:nvSpPr>
          <p:spPr>
            <a:xfrm>
              <a:off x="9532650" y="3917875"/>
              <a:ext cx="1485300" cy="9804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sp>
          <p:nvSpPr>
            <p:cNvPr id="536" name="Google Shape;536;p18"/>
            <p:cNvSpPr txBox="1"/>
            <p:nvPr/>
          </p:nvSpPr>
          <p:spPr>
            <a:xfrm>
              <a:off x="9593662" y="4617187"/>
              <a:ext cx="657000" cy="2295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Focus Point related</a:t>
              </a:r>
              <a:endParaRPr b="1" sz="600"/>
            </a:p>
          </p:txBody>
        </p:sp>
        <p:sp>
          <p:nvSpPr>
            <p:cNvPr id="537" name="Google Shape;537;p18"/>
            <p:cNvSpPr/>
            <p:nvPr/>
          </p:nvSpPr>
          <p:spPr>
            <a:xfrm>
              <a:off x="9593642" y="4349491"/>
              <a:ext cx="657000" cy="2295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Class Feature</a:t>
              </a:r>
              <a:endParaRPr b="1" sz="700"/>
            </a:p>
          </p:txBody>
        </p:sp>
        <p:cxnSp>
          <p:nvCxnSpPr>
            <p:cNvPr id="538" name="Google Shape;538;p18"/>
            <p:cNvCxnSpPr/>
            <p:nvPr/>
          </p:nvCxnSpPr>
          <p:spPr>
            <a:xfrm rot="10800000">
              <a:off x="9697709" y="426570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539" name="Google Shape;539;p18"/>
            <p:cNvSpPr txBox="1"/>
            <p:nvPr/>
          </p:nvSpPr>
          <p:spPr>
            <a:xfrm>
              <a:off x="9705499" y="412744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sp>
          <p:nvSpPr>
            <p:cNvPr id="540" name="Google Shape;540;p18"/>
            <p:cNvSpPr txBox="1"/>
            <p:nvPr/>
          </p:nvSpPr>
          <p:spPr>
            <a:xfrm>
              <a:off x="10302812" y="4081837"/>
              <a:ext cx="657000" cy="2295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Divine Ally (Blade)</a:t>
              </a:r>
              <a:endParaRPr b="1" sz="600"/>
            </a:p>
          </p:txBody>
        </p:sp>
        <p:sp>
          <p:nvSpPr>
            <p:cNvPr id="541" name="Google Shape;541;p18"/>
            <p:cNvSpPr txBox="1"/>
            <p:nvPr/>
          </p:nvSpPr>
          <p:spPr>
            <a:xfrm>
              <a:off x="10297462" y="4617187"/>
              <a:ext cx="657000" cy="2295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Divine Ally (Steed)</a:t>
              </a:r>
              <a:endParaRPr b="1" sz="600"/>
            </a:p>
          </p:txBody>
        </p:sp>
        <p:sp>
          <p:nvSpPr>
            <p:cNvPr id="542" name="Google Shape;542;p18"/>
            <p:cNvSpPr txBox="1"/>
            <p:nvPr/>
          </p:nvSpPr>
          <p:spPr>
            <a:xfrm>
              <a:off x="10302812" y="4349512"/>
              <a:ext cx="657000" cy="229500"/>
            </a:xfrm>
            <a:prstGeom prst="rect">
              <a:avLst/>
            </a:prstGeom>
            <a:solidFill>
              <a:srgbClr val="D5A6B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Divine Ally (Shield)</a:t>
              </a:r>
              <a:endParaRPr b="1" sz="600"/>
            </a:p>
          </p:txBody>
        </p:sp>
      </p:grpSp>
      <p:sp>
        <p:nvSpPr>
          <p:cNvPr id="543" name="Google Shape;543;p18"/>
          <p:cNvSpPr/>
          <p:nvPr/>
        </p:nvSpPr>
        <p:spPr>
          <a:xfrm>
            <a:off x="0" y="42799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544" name="Google Shape;544;p18"/>
          <p:cNvSpPr/>
          <p:nvPr/>
        </p:nvSpPr>
        <p:spPr>
          <a:xfrm>
            <a:off x="0" y="85662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545" name="Google Shape;545;p18"/>
          <p:cNvSpPr/>
          <p:nvPr/>
        </p:nvSpPr>
        <p:spPr>
          <a:xfrm>
            <a:off x="0" y="128525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546" name="Google Shape;546;p18"/>
          <p:cNvSpPr/>
          <p:nvPr/>
        </p:nvSpPr>
        <p:spPr>
          <a:xfrm>
            <a:off x="0" y="1713889"/>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547" name="Google Shape;547;p18"/>
          <p:cNvSpPr/>
          <p:nvPr/>
        </p:nvSpPr>
        <p:spPr>
          <a:xfrm>
            <a:off x="0" y="2142520"/>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548" name="Google Shape;548;p18"/>
          <p:cNvSpPr/>
          <p:nvPr/>
        </p:nvSpPr>
        <p:spPr>
          <a:xfrm>
            <a:off x="0" y="2571150"/>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549" name="Google Shape;549;p18"/>
          <p:cNvSpPr/>
          <p:nvPr/>
        </p:nvSpPr>
        <p:spPr>
          <a:xfrm>
            <a:off x="0" y="2999792"/>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550" name="Google Shape;550;p18"/>
          <p:cNvSpPr/>
          <p:nvPr/>
        </p:nvSpPr>
        <p:spPr>
          <a:xfrm>
            <a:off x="0" y="3428422"/>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551" name="Google Shape;551;p18"/>
          <p:cNvSpPr/>
          <p:nvPr/>
        </p:nvSpPr>
        <p:spPr>
          <a:xfrm>
            <a:off x="0" y="385705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552" name="Google Shape;552;p18"/>
          <p:cNvSpPr/>
          <p:nvPr/>
        </p:nvSpPr>
        <p:spPr>
          <a:xfrm>
            <a:off x="0" y="428568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553" name="Google Shape;553;p18"/>
          <p:cNvSpPr/>
          <p:nvPr/>
        </p:nvSpPr>
        <p:spPr>
          <a:xfrm>
            <a:off x="0" y="471431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9"/>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559" name="Google Shape;559;p19"/>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560" name="Google Shape;560;p19"/>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561" name="Google Shape;561;p19"/>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562" name="Google Shape;562;p19"/>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563" name="Google Shape;563;p19"/>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564" name="Google Shape;564;p19"/>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565" name="Google Shape;565;p19"/>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566" name="Google Shape;566;p19"/>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567" name="Google Shape;567;p19"/>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568" name="Google Shape;568;p19"/>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
        <p:nvSpPr>
          <p:cNvPr id="569" name="Google Shape;569;p19"/>
          <p:cNvSpPr/>
          <p:nvPr/>
        </p:nvSpPr>
        <p:spPr>
          <a:xfrm>
            <a:off x="764491" y="42801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0" name="Google Shape;570;p19"/>
          <p:cNvSpPr/>
          <p:nvPr/>
        </p:nvSpPr>
        <p:spPr>
          <a:xfrm>
            <a:off x="764491" y="85664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1" name="Google Shape;571;p19"/>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Cleric </a:t>
            </a:r>
            <a:r>
              <a:rPr b="1" lang="en" sz="2400">
                <a:solidFill>
                  <a:schemeClr val="dk1"/>
                </a:solidFill>
              </a:rPr>
              <a:t>Class Feat Tree</a:t>
            </a:r>
            <a:endParaRPr b="1" sz="2400"/>
          </a:p>
        </p:txBody>
      </p:sp>
      <p:sp>
        <p:nvSpPr>
          <p:cNvPr id="572" name="Google Shape;572;p19"/>
          <p:cNvSpPr/>
          <p:nvPr/>
        </p:nvSpPr>
        <p:spPr>
          <a:xfrm>
            <a:off x="764491" y="128527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3" name="Google Shape;573;p19"/>
          <p:cNvSpPr/>
          <p:nvPr/>
        </p:nvSpPr>
        <p:spPr>
          <a:xfrm>
            <a:off x="764491" y="171390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4" name="Google Shape;574;p19"/>
          <p:cNvSpPr/>
          <p:nvPr/>
        </p:nvSpPr>
        <p:spPr>
          <a:xfrm>
            <a:off x="764491" y="214253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5" name="Google Shape;575;p19"/>
          <p:cNvSpPr/>
          <p:nvPr/>
        </p:nvSpPr>
        <p:spPr>
          <a:xfrm>
            <a:off x="764491" y="257116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6" name="Google Shape;576;p19"/>
          <p:cNvSpPr/>
          <p:nvPr/>
        </p:nvSpPr>
        <p:spPr>
          <a:xfrm>
            <a:off x="764491" y="299980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7" name="Google Shape;577;p19"/>
          <p:cNvSpPr/>
          <p:nvPr/>
        </p:nvSpPr>
        <p:spPr>
          <a:xfrm>
            <a:off x="764491" y="342843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8" name="Google Shape;578;p19"/>
          <p:cNvSpPr/>
          <p:nvPr/>
        </p:nvSpPr>
        <p:spPr>
          <a:xfrm>
            <a:off x="764491" y="385706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79" name="Google Shape;579;p19"/>
          <p:cNvSpPr/>
          <p:nvPr/>
        </p:nvSpPr>
        <p:spPr>
          <a:xfrm>
            <a:off x="764491" y="428569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580" name="Google Shape;580;p19"/>
          <p:cNvSpPr/>
          <p:nvPr/>
        </p:nvSpPr>
        <p:spPr>
          <a:xfrm>
            <a:off x="764491" y="471432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grpSp>
        <p:nvGrpSpPr>
          <p:cNvPr id="581" name="Google Shape;581;p19"/>
          <p:cNvGrpSpPr/>
          <p:nvPr/>
        </p:nvGrpSpPr>
        <p:grpSpPr>
          <a:xfrm>
            <a:off x="6948317" y="901025"/>
            <a:ext cx="972300" cy="768238"/>
            <a:chOff x="13723417" y="868038"/>
            <a:chExt cx="972300" cy="768238"/>
          </a:xfrm>
        </p:grpSpPr>
        <p:sp>
          <p:nvSpPr>
            <p:cNvPr id="582" name="Google Shape;582;p19"/>
            <p:cNvSpPr txBox="1"/>
            <p:nvPr/>
          </p:nvSpPr>
          <p:spPr>
            <a:xfrm>
              <a:off x="13723417" y="868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Communal Healing</a:t>
              </a:r>
              <a:endParaRPr b="1" sz="800"/>
            </a:p>
          </p:txBody>
        </p:sp>
        <p:sp>
          <p:nvSpPr>
            <p:cNvPr id="583" name="Google Shape;583;p19"/>
            <p:cNvSpPr txBox="1"/>
            <p:nvPr/>
          </p:nvSpPr>
          <p:spPr>
            <a:xfrm>
              <a:off x="13723417" y="12966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a:t>
              </a:r>
              <a:r>
                <a:rPr b="1" lang="en" sz="800"/>
                <a:t>roved</a:t>
              </a:r>
              <a:r>
                <a:rPr b="1" lang="en" sz="800"/>
                <a:t> Communal Healing</a:t>
              </a:r>
              <a:endParaRPr b="1" sz="800"/>
            </a:p>
          </p:txBody>
        </p:sp>
      </p:grpSp>
      <p:grpSp>
        <p:nvGrpSpPr>
          <p:cNvPr id="584" name="Google Shape;584;p19"/>
          <p:cNvGrpSpPr/>
          <p:nvPr/>
        </p:nvGrpSpPr>
        <p:grpSpPr>
          <a:xfrm>
            <a:off x="3641193" y="472402"/>
            <a:ext cx="669149" cy="2482750"/>
            <a:chOff x="4984244" y="472413"/>
            <a:chExt cx="974300" cy="2482750"/>
          </a:xfrm>
        </p:grpSpPr>
        <p:sp>
          <p:nvSpPr>
            <p:cNvPr id="585" name="Google Shape;585;p19"/>
            <p:cNvSpPr txBox="1"/>
            <p:nvPr/>
          </p:nvSpPr>
          <p:spPr>
            <a:xfrm>
              <a:off x="4986244" y="47241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Holy Castigation</a:t>
              </a:r>
              <a:endParaRPr b="1" sz="800"/>
            </a:p>
          </p:txBody>
        </p:sp>
        <p:sp>
          <p:nvSpPr>
            <p:cNvPr id="586" name="Google Shape;586;p19"/>
            <p:cNvSpPr txBox="1"/>
            <p:nvPr/>
          </p:nvSpPr>
          <p:spPr>
            <a:xfrm>
              <a:off x="4984244" y="261556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Castigating Weapon</a:t>
              </a:r>
              <a:endParaRPr b="1" sz="800"/>
            </a:p>
          </p:txBody>
        </p:sp>
      </p:grpSp>
      <p:grpSp>
        <p:nvGrpSpPr>
          <p:cNvPr id="587" name="Google Shape;587;p19"/>
          <p:cNvGrpSpPr/>
          <p:nvPr/>
        </p:nvGrpSpPr>
        <p:grpSpPr>
          <a:xfrm>
            <a:off x="4797386" y="901036"/>
            <a:ext cx="1089274" cy="2290639"/>
            <a:chOff x="4797386" y="901036"/>
            <a:chExt cx="1089274" cy="2290639"/>
          </a:xfrm>
        </p:grpSpPr>
        <p:sp>
          <p:nvSpPr>
            <p:cNvPr id="588" name="Google Shape;588;p19"/>
            <p:cNvSpPr txBox="1"/>
            <p:nvPr/>
          </p:nvSpPr>
          <p:spPr>
            <a:xfrm>
              <a:off x="5243460" y="901036"/>
              <a:ext cx="6432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Emblazon Armament</a:t>
              </a:r>
              <a:endParaRPr b="1" sz="800"/>
            </a:p>
          </p:txBody>
        </p:sp>
        <p:sp>
          <p:nvSpPr>
            <p:cNvPr id="589" name="Google Shape;589;p19"/>
            <p:cNvSpPr txBox="1"/>
            <p:nvPr/>
          </p:nvSpPr>
          <p:spPr>
            <a:xfrm>
              <a:off x="5265060" y="2186918"/>
              <a:ext cx="600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Emblazon Energy</a:t>
              </a:r>
              <a:endParaRPr b="1" sz="800"/>
            </a:p>
          </p:txBody>
        </p:sp>
        <p:sp>
          <p:nvSpPr>
            <p:cNvPr id="590" name="Google Shape;590;p19"/>
            <p:cNvSpPr txBox="1"/>
            <p:nvPr/>
          </p:nvSpPr>
          <p:spPr>
            <a:xfrm>
              <a:off x="4797386" y="2852075"/>
              <a:ext cx="640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Emblazon Antimagic</a:t>
              </a:r>
              <a:endParaRPr b="1" sz="800"/>
            </a:p>
          </p:txBody>
        </p:sp>
      </p:grpSp>
      <p:grpSp>
        <p:nvGrpSpPr>
          <p:cNvPr id="591" name="Google Shape;591;p19"/>
          <p:cNvGrpSpPr/>
          <p:nvPr/>
        </p:nvGrpSpPr>
        <p:grpSpPr>
          <a:xfrm>
            <a:off x="6314054" y="2615565"/>
            <a:ext cx="910462" cy="768225"/>
            <a:chOff x="8080724" y="2615563"/>
            <a:chExt cx="972300" cy="768225"/>
          </a:xfrm>
        </p:grpSpPr>
        <p:sp>
          <p:nvSpPr>
            <p:cNvPr id="592" name="Google Shape;592;p19"/>
            <p:cNvSpPr txBox="1"/>
            <p:nvPr/>
          </p:nvSpPr>
          <p:spPr>
            <a:xfrm>
              <a:off x="8080724"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Replenishment</a:t>
              </a:r>
              <a:endParaRPr b="1" sz="800"/>
            </a:p>
            <a:p>
              <a:pPr indent="0" lvl="0" marL="0" rtl="0" algn="ctr">
                <a:spcBef>
                  <a:spcPts val="0"/>
                </a:spcBef>
                <a:spcAft>
                  <a:spcPts val="0"/>
                </a:spcAft>
                <a:buNone/>
              </a:pPr>
              <a:r>
                <a:rPr b="1" lang="en" sz="800"/>
                <a:t>of War</a:t>
              </a:r>
              <a:endParaRPr b="1" sz="800"/>
            </a:p>
          </p:txBody>
        </p:sp>
        <p:sp>
          <p:nvSpPr>
            <p:cNvPr id="593" name="Google Shape;593;p19"/>
            <p:cNvSpPr txBox="1"/>
            <p:nvPr/>
          </p:nvSpPr>
          <p:spPr>
            <a:xfrm>
              <a:off x="8080724" y="30441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Shared Replenishment</a:t>
              </a:r>
              <a:endParaRPr b="1" sz="800"/>
            </a:p>
          </p:txBody>
        </p:sp>
      </p:grpSp>
      <p:grpSp>
        <p:nvGrpSpPr>
          <p:cNvPr id="594" name="Google Shape;594;p19"/>
          <p:cNvGrpSpPr/>
          <p:nvPr/>
        </p:nvGrpSpPr>
        <p:grpSpPr>
          <a:xfrm>
            <a:off x="8459040" y="3044175"/>
            <a:ext cx="640843" cy="1625500"/>
            <a:chOff x="10391661" y="3044195"/>
            <a:chExt cx="972300" cy="1625500"/>
          </a:xfrm>
        </p:grpSpPr>
        <p:sp>
          <p:nvSpPr>
            <p:cNvPr id="595" name="Google Shape;595;p19"/>
            <p:cNvSpPr txBox="1"/>
            <p:nvPr/>
          </p:nvSpPr>
          <p:spPr>
            <a:xfrm>
              <a:off x="10391661" y="30441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Domain Focus</a:t>
              </a:r>
              <a:endParaRPr b="1" sz="800"/>
            </a:p>
          </p:txBody>
        </p:sp>
        <p:sp>
          <p:nvSpPr>
            <p:cNvPr id="596" name="Google Shape;596;p19"/>
            <p:cNvSpPr txBox="1"/>
            <p:nvPr/>
          </p:nvSpPr>
          <p:spPr>
            <a:xfrm>
              <a:off x="10391661" y="43300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Domain Wellspring</a:t>
              </a:r>
              <a:endParaRPr b="1" sz="800"/>
            </a:p>
          </p:txBody>
        </p:sp>
      </p:grpSp>
      <p:grpSp>
        <p:nvGrpSpPr>
          <p:cNvPr id="597" name="Google Shape;597;p19"/>
          <p:cNvGrpSpPr/>
          <p:nvPr/>
        </p:nvGrpSpPr>
        <p:grpSpPr>
          <a:xfrm>
            <a:off x="4188087" y="3472825"/>
            <a:ext cx="972300" cy="1196863"/>
            <a:chOff x="9281724" y="3472838"/>
            <a:chExt cx="972300" cy="1196863"/>
          </a:xfrm>
        </p:grpSpPr>
        <p:sp>
          <p:nvSpPr>
            <p:cNvPr id="598" name="Google Shape;598;p19"/>
            <p:cNvSpPr txBox="1"/>
            <p:nvPr/>
          </p:nvSpPr>
          <p:spPr>
            <a:xfrm>
              <a:off x="9281724"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Swift</a:t>
              </a:r>
              <a:endParaRPr b="1" sz="800"/>
            </a:p>
            <a:p>
              <a:pPr indent="0" lvl="0" marL="0" rtl="0" algn="ctr">
                <a:spcBef>
                  <a:spcPts val="0"/>
                </a:spcBef>
                <a:spcAft>
                  <a:spcPts val="0"/>
                </a:spcAft>
                <a:buNone/>
              </a:pPr>
              <a:r>
                <a:rPr b="1" lang="en" sz="800"/>
                <a:t>Banishment</a:t>
              </a:r>
              <a:endParaRPr b="1" sz="800"/>
            </a:p>
          </p:txBody>
        </p:sp>
        <p:sp>
          <p:nvSpPr>
            <p:cNvPr id="599" name="Google Shape;599;p19"/>
            <p:cNvSpPr txBox="1"/>
            <p:nvPr/>
          </p:nvSpPr>
          <p:spPr>
            <a:xfrm>
              <a:off x="9281724" y="43301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 Swift Banishment</a:t>
              </a:r>
              <a:endParaRPr b="1" sz="800"/>
            </a:p>
          </p:txBody>
        </p:sp>
      </p:grpSp>
      <p:sp>
        <p:nvSpPr>
          <p:cNvPr id="600" name="Google Shape;600;p19"/>
          <p:cNvSpPr txBox="1"/>
          <p:nvPr/>
        </p:nvSpPr>
        <p:spPr>
          <a:xfrm>
            <a:off x="2479559" y="3901451"/>
            <a:ext cx="787271"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Eternal Bane</a:t>
            </a:r>
            <a:endParaRPr b="1" sz="800"/>
          </a:p>
        </p:txBody>
      </p:sp>
      <p:sp>
        <p:nvSpPr>
          <p:cNvPr id="601" name="Google Shape;601;p19"/>
          <p:cNvSpPr txBox="1"/>
          <p:nvPr/>
        </p:nvSpPr>
        <p:spPr>
          <a:xfrm>
            <a:off x="808098" y="3901471"/>
            <a:ext cx="787271"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Eternal Blessing</a:t>
            </a:r>
            <a:endParaRPr b="1" sz="800"/>
          </a:p>
        </p:txBody>
      </p:sp>
      <p:sp>
        <p:nvSpPr>
          <p:cNvPr id="602" name="Google Shape;602;p19"/>
          <p:cNvSpPr txBox="1"/>
          <p:nvPr/>
        </p:nvSpPr>
        <p:spPr>
          <a:xfrm>
            <a:off x="1643840" y="3901463"/>
            <a:ext cx="787271"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Resurrectionist</a:t>
            </a:r>
            <a:endParaRPr b="1" sz="800"/>
          </a:p>
        </p:txBody>
      </p:sp>
      <p:sp>
        <p:nvSpPr>
          <p:cNvPr id="603" name="Google Shape;603;p19"/>
          <p:cNvSpPr txBox="1"/>
          <p:nvPr/>
        </p:nvSpPr>
        <p:spPr>
          <a:xfrm>
            <a:off x="1643827" y="4330101"/>
            <a:ext cx="787271"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Echoing Channel</a:t>
            </a:r>
            <a:endParaRPr b="1" sz="800"/>
          </a:p>
        </p:txBody>
      </p:sp>
      <p:sp>
        <p:nvSpPr>
          <p:cNvPr id="604" name="Google Shape;604;p19"/>
          <p:cNvSpPr txBox="1"/>
          <p:nvPr/>
        </p:nvSpPr>
        <p:spPr>
          <a:xfrm>
            <a:off x="808055" y="4758726"/>
            <a:ext cx="787271"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Avatar’s Audience</a:t>
            </a:r>
            <a:endParaRPr b="1" sz="800"/>
          </a:p>
        </p:txBody>
      </p:sp>
      <p:sp>
        <p:nvSpPr>
          <p:cNvPr id="605" name="Google Shape;605;p19"/>
          <p:cNvSpPr txBox="1"/>
          <p:nvPr/>
        </p:nvSpPr>
        <p:spPr>
          <a:xfrm>
            <a:off x="1643789" y="4758734"/>
            <a:ext cx="787271"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Maker of Miracles</a:t>
            </a:r>
            <a:endParaRPr b="1" sz="800"/>
          </a:p>
        </p:txBody>
      </p:sp>
      <p:sp>
        <p:nvSpPr>
          <p:cNvPr id="606" name="Google Shape;606;p19"/>
          <p:cNvSpPr txBox="1"/>
          <p:nvPr/>
        </p:nvSpPr>
        <p:spPr>
          <a:xfrm>
            <a:off x="2479532" y="4758726"/>
            <a:ext cx="787271"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Metamagic</a:t>
            </a:r>
            <a:endParaRPr b="1" sz="800"/>
          </a:p>
          <a:p>
            <a:pPr indent="0" lvl="0" marL="0" rtl="0" algn="ctr">
              <a:spcBef>
                <a:spcPts val="0"/>
              </a:spcBef>
              <a:spcAft>
                <a:spcPts val="0"/>
              </a:spcAft>
              <a:buNone/>
            </a:pPr>
            <a:r>
              <a:rPr b="1" lang="en" sz="800"/>
              <a:t>Channel</a:t>
            </a:r>
            <a:endParaRPr b="1" sz="800"/>
          </a:p>
        </p:txBody>
      </p:sp>
      <p:cxnSp>
        <p:nvCxnSpPr>
          <p:cNvPr id="607" name="Google Shape;607;p19"/>
          <p:cNvCxnSpPr>
            <a:stCxn id="598" idx="2"/>
            <a:endCxn id="599" idx="0"/>
          </p:cNvCxnSpPr>
          <p:nvPr/>
        </p:nvCxnSpPr>
        <p:spPr>
          <a:xfrm flipH="1" rot="-5400000">
            <a:off x="4415637" y="4071025"/>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608" name="Google Shape;608;p19"/>
          <p:cNvCxnSpPr>
            <a:stCxn id="595" idx="2"/>
            <a:endCxn id="596" idx="0"/>
          </p:cNvCxnSpPr>
          <p:nvPr/>
        </p:nvCxnSpPr>
        <p:spPr>
          <a:xfrm flipH="1" rot="-5400000">
            <a:off x="8306662" y="3856575"/>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609" name="Google Shape;609;p19"/>
          <p:cNvCxnSpPr>
            <a:stCxn id="610" idx="2"/>
            <a:endCxn id="611" idx="0"/>
          </p:cNvCxnSpPr>
          <p:nvPr/>
        </p:nvCxnSpPr>
        <p:spPr>
          <a:xfrm flipH="1">
            <a:off x="8067149" y="812000"/>
            <a:ext cx="2100" cy="1374900"/>
          </a:xfrm>
          <a:prstGeom prst="straightConnector1">
            <a:avLst/>
          </a:prstGeom>
          <a:noFill/>
          <a:ln cap="flat" cmpd="sng" w="19050">
            <a:solidFill>
              <a:srgbClr val="000000"/>
            </a:solidFill>
            <a:prstDash val="solid"/>
            <a:round/>
            <a:headEnd len="med" w="med" type="none"/>
            <a:tailEnd len="med" w="med" type="triangle"/>
          </a:ln>
        </p:spPr>
      </p:cxnSp>
      <p:cxnSp>
        <p:nvCxnSpPr>
          <p:cNvPr id="612" name="Google Shape;612;p19"/>
          <p:cNvCxnSpPr>
            <a:stCxn id="611" idx="2"/>
            <a:endCxn id="613" idx="0"/>
          </p:cNvCxnSpPr>
          <p:nvPr/>
        </p:nvCxnSpPr>
        <p:spPr>
          <a:xfrm>
            <a:off x="8067248" y="2526500"/>
            <a:ext cx="0" cy="946200"/>
          </a:xfrm>
          <a:prstGeom prst="straightConnector1">
            <a:avLst/>
          </a:prstGeom>
          <a:noFill/>
          <a:ln cap="flat" cmpd="sng" w="19050">
            <a:solidFill>
              <a:srgbClr val="000000"/>
            </a:solidFill>
            <a:prstDash val="solid"/>
            <a:round/>
            <a:headEnd len="med" w="med" type="none"/>
            <a:tailEnd len="med" w="med" type="triangle"/>
          </a:ln>
        </p:spPr>
      </p:cxnSp>
      <p:cxnSp>
        <p:nvCxnSpPr>
          <p:cNvPr id="614" name="Google Shape;614;p19"/>
          <p:cNvCxnSpPr>
            <a:stCxn id="592" idx="2"/>
            <a:endCxn id="593" idx="0"/>
          </p:cNvCxnSpPr>
          <p:nvPr/>
        </p:nvCxnSpPr>
        <p:spPr>
          <a:xfrm>
            <a:off x="6769285" y="2955165"/>
            <a:ext cx="0" cy="89100"/>
          </a:xfrm>
          <a:prstGeom prst="straightConnector1">
            <a:avLst/>
          </a:prstGeom>
          <a:noFill/>
          <a:ln cap="flat" cmpd="sng" w="19050">
            <a:solidFill>
              <a:srgbClr val="000000"/>
            </a:solidFill>
            <a:prstDash val="solid"/>
            <a:round/>
            <a:headEnd len="med" w="med" type="none"/>
            <a:tailEnd len="med" w="med" type="none"/>
          </a:ln>
        </p:spPr>
      </p:cxnSp>
      <p:cxnSp>
        <p:nvCxnSpPr>
          <p:cNvPr id="615" name="Google Shape;615;p19"/>
          <p:cNvCxnSpPr>
            <a:stCxn id="588" idx="2"/>
            <a:endCxn id="589" idx="0"/>
          </p:cNvCxnSpPr>
          <p:nvPr/>
        </p:nvCxnSpPr>
        <p:spPr>
          <a:xfrm flipH="1" rot="-5400000">
            <a:off x="5092260" y="1713436"/>
            <a:ext cx="946200" cy="600"/>
          </a:xfrm>
          <a:prstGeom prst="bentConnector3">
            <a:avLst>
              <a:gd fmla="val 50004" name="adj1"/>
            </a:avLst>
          </a:prstGeom>
          <a:noFill/>
          <a:ln cap="flat" cmpd="sng" w="19050">
            <a:solidFill>
              <a:srgbClr val="000000"/>
            </a:solidFill>
            <a:prstDash val="solid"/>
            <a:round/>
            <a:headEnd len="med" w="med" type="none"/>
            <a:tailEnd len="med" w="med" type="triangle"/>
          </a:ln>
        </p:spPr>
      </p:cxnSp>
      <p:cxnSp>
        <p:nvCxnSpPr>
          <p:cNvPr id="616" name="Google Shape;616;p19"/>
          <p:cNvCxnSpPr>
            <a:stCxn id="588" idx="1"/>
            <a:endCxn id="590" idx="0"/>
          </p:cNvCxnSpPr>
          <p:nvPr/>
        </p:nvCxnSpPr>
        <p:spPr>
          <a:xfrm flipH="1">
            <a:off x="5117760" y="1070836"/>
            <a:ext cx="125700" cy="1781100"/>
          </a:xfrm>
          <a:prstGeom prst="bentConnector2">
            <a:avLst/>
          </a:prstGeom>
          <a:noFill/>
          <a:ln cap="flat" cmpd="sng" w="19050">
            <a:solidFill>
              <a:srgbClr val="000000"/>
            </a:solidFill>
            <a:prstDash val="solid"/>
            <a:round/>
            <a:headEnd len="med" w="med" type="none"/>
            <a:tailEnd len="med" w="med" type="triangle"/>
          </a:ln>
        </p:spPr>
      </p:cxnSp>
      <p:cxnSp>
        <p:nvCxnSpPr>
          <p:cNvPr id="617" name="Google Shape;617;p19"/>
          <p:cNvCxnSpPr>
            <a:stCxn id="585" idx="2"/>
            <a:endCxn id="586" idx="0"/>
          </p:cNvCxnSpPr>
          <p:nvPr/>
        </p:nvCxnSpPr>
        <p:spPr>
          <a:xfrm flipH="1">
            <a:off x="3974955" y="812002"/>
            <a:ext cx="1500" cy="1803600"/>
          </a:xfrm>
          <a:prstGeom prst="straightConnector1">
            <a:avLst/>
          </a:prstGeom>
          <a:noFill/>
          <a:ln cap="flat" cmpd="sng" w="19050">
            <a:solidFill>
              <a:srgbClr val="000000"/>
            </a:solidFill>
            <a:prstDash val="solid"/>
            <a:round/>
            <a:headEnd len="med" w="med" type="none"/>
            <a:tailEnd len="med" w="med" type="triangle"/>
          </a:ln>
        </p:spPr>
      </p:cxnSp>
      <p:cxnSp>
        <p:nvCxnSpPr>
          <p:cNvPr id="618" name="Google Shape;618;p19"/>
          <p:cNvCxnSpPr>
            <a:stCxn id="582" idx="2"/>
            <a:endCxn id="583" idx="0"/>
          </p:cNvCxnSpPr>
          <p:nvPr/>
        </p:nvCxnSpPr>
        <p:spPr>
          <a:xfrm>
            <a:off x="7434467" y="1240625"/>
            <a:ext cx="0" cy="89100"/>
          </a:xfrm>
          <a:prstGeom prst="straightConnector1">
            <a:avLst/>
          </a:prstGeom>
          <a:noFill/>
          <a:ln cap="flat" cmpd="sng" w="19050">
            <a:solidFill>
              <a:srgbClr val="000000"/>
            </a:solidFill>
            <a:prstDash val="solid"/>
            <a:round/>
            <a:headEnd len="med" w="med" type="none"/>
            <a:tailEnd len="med" w="med" type="none"/>
          </a:ln>
        </p:spPr>
      </p:cxnSp>
      <p:sp>
        <p:nvSpPr>
          <p:cNvPr id="619" name="Google Shape;619;p19"/>
          <p:cNvSpPr/>
          <p:nvPr/>
        </p:nvSpPr>
        <p:spPr>
          <a:xfrm>
            <a:off x="764472" y="428026"/>
            <a:ext cx="846000" cy="3428700"/>
          </a:xfrm>
          <a:prstGeom prst="rect">
            <a:avLst/>
          </a:prstGeom>
          <a:solidFill>
            <a:srgbClr val="6D9E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19"/>
          <p:cNvSpPr/>
          <p:nvPr/>
        </p:nvSpPr>
        <p:spPr>
          <a:xfrm>
            <a:off x="1610248" y="428025"/>
            <a:ext cx="1975500" cy="3428700"/>
          </a:xfrm>
          <a:prstGeom prst="rect">
            <a:avLst/>
          </a:prstGeom>
          <a:solidFill>
            <a:srgbClr val="EA999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txBox="1"/>
          <p:nvPr/>
        </p:nvSpPr>
        <p:spPr>
          <a:xfrm>
            <a:off x="2296874" y="472426"/>
            <a:ext cx="60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Harming Hands</a:t>
            </a:r>
            <a:endParaRPr b="1" sz="800"/>
          </a:p>
        </p:txBody>
      </p:sp>
      <p:sp>
        <p:nvSpPr>
          <p:cNvPr id="622" name="Google Shape;622;p19"/>
          <p:cNvSpPr txBox="1"/>
          <p:nvPr/>
        </p:nvSpPr>
        <p:spPr>
          <a:xfrm>
            <a:off x="886284" y="472437"/>
            <a:ext cx="60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Healing Hands</a:t>
            </a:r>
            <a:endParaRPr b="1" sz="800"/>
          </a:p>
        </p:txBody>
      </p:sp>
      <p:sp>
        <p:nvSpPr>
          <p:cNvPr id="623" name="Google Shape;623;p19"/>
          <p:cNvSpPr txBox="1"/>
          <p:nvPr/>
        </p:nvSpPr>
        <p:spPr>
          <a:xfrm>
            <a:off x="1315485" y="901062"/>
            <a:ext cx="602249"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Versatile Font</a:t>
            </a:r>
            <a:endParaRPr b="1" sz="800"/>
          </a:p>
        </p:txBody>
      </p:sp>
      <p:sp>
        <p:nvSpPr>
          <p:cNvPr id="624" name="Google Shape;624;p19"/>
          <p:cNvSpPr txBox="1"/>
          <p:nvPr/>
        </p:nvSpPr>
        <p:spPr>
          <a:xfrm>
            <a:off x="2056900" y="1329675"/>
            <a:ext cx="7062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Necrotic</a:t>
            </a:r>
            <a:endParaRPr b="1" sz="800"/>
          </a:p>
          <a:p>
            <a:pPr indent="0" lvl="0" marL="0" rtl="0" algn="ctr">
              <a:spcBef>
                <a:spcPts val="0"/>
              </a:spcBef>
              <a:spcAft>
                <a:spcPts val="0"/>
              </a:spcAft>
              <a:buNone/>
            </a:pPr>
            <a:r>
              <a:rPr b="1" lang="en" sz="800"/>
              <a:t>Infusion</a:t>
            </a:r>
            <a:endParaRPr b="1" sz="800"/>
          </a:p>
        </p:txBody>
      </p:sp>
      <p:sp>
        <p:nvSpPr>
          <p:cNvPr id="625" name="Google Shape;625;p19"/>
          <p:cNvSpPr txBox="1"/>
          <p:nvPr/>
        </p:nvSpPr>
        <p:spPr>
          <a:xfrm>
            <a:off x="1215550" y="1329700"/>
            <a:ext cx="775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Channel Smite</a:t>
            </a:r>
            <a:endParaRPr b="1" sz="800"/>
          </a:p>
        </p:txBody>
      </p:sp>
      <p:sp>
        <p:nvSpPr>
          <p:cNvPr id="626" name="Google Shape;626;p19"/>
          <p:cNvSpPr txBox="1"/>
          <p:nvPr/>
        </p:nvSpPr>
        <p:spPr>
          <a:xfrm>
            <a:off x="1324533" y="1758313"/>
            <a:ext cx="602249"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Cast</a:t>
            </a:r>
            <a:endParaRPr b="1" sz="800"/>
          </a:p>
          <a:p>
            <a:pPr indent="0" lvl="0" marL="0" rtl="0" algn="ctr">
              <a:spcBef>
                <a:spcPts val="0"/>
              </a:spcBef>
              <a:spcAft>
                <a:spcPts val="0"/>
              </a:spcAft>
              <a:buNone/>
            </a:pPr>
            <a:r>
              <a:rPr b="1" lang="en" sz="800"/>
              <a:t>Down</a:t>
            </a:r>
            <a:endParaRPr b="1" sz="800"/>
          </a:p>
        </p:txBody>
      </p:sp>
      <p:grpSp>
        <p:nvGrpSpPr>
          <p:cNvPr id="627" name="Google Shape;627;p19"/>
          <p:cNvGrpSpPr/>
          <p:nvPr/>
        </p:nvGrpSpPr>
        <p:grpSpPr>
          <a:xfrm>
            <a:off x="2581400" y="1329703"/>
            <a:ext cx="953648" cy="1625497"/>
            <a:chOff x="3650810" y="1329686"/>
            <a:chExt cx="1273569" cy="1625497"/>
          </a:xfrm>
        </p:grpSpPr>
        <p:sp>
          <p:nvSpPr>
            <p:cNvPr id="628" name="Google Shape;628;p19"/>
            <p:cNvSpPr txBox="1"/>
            <p:nvPr/>
          </p:nvSpPr>
          <p:spPr>
            <a:xfrm>
              <a:off x="3952079" y="1329686"/>
              <a:ext cx="9723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Command Undead</a:t>
              </a:r>
              <a:endParaRPr b="1" sz="800"/>
            </a:p>
          </p:txBody>
        </p:sp>
        <p:sp>
          <p:nvSpPr>
            <p:cNvPr id="629" name="Google Shape;629;p19"/>
            <p:cNvSpPr txBox="1"/>
            <p:nvPr/>
          </p:nvSpPr>
          <p:spPr>
            <a:xfrm>
              <a:off x="3650810" y="2615583"/>
              <a:ext cx="12735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 Command Undead</a:t>
              </a:r>
              <a:endParaRPr b="1" sz="800"/>
            </a:p>
          </p:txBody>
        </p:sp>
      </p:grpSp>
      <p:sp>
        <p:nvSpPr>
          <p:cNvPr id="630" name="Google Shape;630;p19"/>
          <p:cNvSpPr txBox="1"/>
          <p:nvPr/>
        </p:nvSpPr>
        <p:spPr>
          <a:xfrm>
            <a:off x="886284" y="2186962"/>
            <a:ext cx="60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Channeled Succor</a:t>
            </a:r>
            <a:endParaRPr b="1" sz="800"/>
          </a:p>
        </p:txBody>
      </p:sp>
      <p:sp>
        <p:nvSpPr>
          <p:cNvPr id="631" name="Google Shape;631;p19"/>
          <p:cNvSpPr txBox="1"/>
          <p:nvPr/>
        </p:nvSpPr>
        <p:spPr>
          <a:xfrm>
            <a:off x="1243464" y="304420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Defensive Recovery</a:t>
            </a:r>
            <a:endParaRPr b="1" sz="800"/>
          </a:p>
        </p:txBody>
      </p:sp>
      <p:sp>
        <p:nvSpPr>
          <p:cNvPr id="632" name="Google Shape;632;p19"/>
          <p:cNvSpPr txBox="1"/>
          <p:nvPr/>
        </p:nvSpPr>
        <p:spPr>
          <a:xfrm>
            <a:off x="830075" y="2615600"/>
            <a:ext cx="7146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137150" wrap="square" tIns="9125">
            <a:noAutofit/>
          </a:bodyPr>
          <a:lstStyle/>
          <a:p>
            <a:pPr indent="0" lvl="0" marL="0" rtl="0" algn="ctr">
              <a:spcBef>
                <a:spcPts val="0"/>
              </a:spcBef>
              <a:spcAft>
                <a:spcPts val="0"/>
              </a:spcAft>
              <a:buNone/>
            </a:pPr>
            <a:r>
              <a:rPr b="1" lang="en" sz="800"/>
              <a:t>Heroic Recovery</a:t>
            </a:r>
            <a:endParaRPr b="1" sz="800"/>
          </a:p>
        </p:txBody>
      </p:sp>
      <p:sp>
        <p:nvSpPr>
          <p:cNvPr id="633" name="Google Shape;633;p19"/>
          <p:cNvSpPr txBox="1"/>
          <p:nvPr/>
        </p:nvSpPr>
        <p:spPr>
          <a:xfrm>
            <a:off x="1324533" y="3472838"/>
            <a:ext cx="602249"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Fast Channel</a:t>
            </a:r>
            <a:endParaRPr b="1" sz="800"/>
          </a:p>
        </p:txBody>
      </p:sp>
      <p:sp>
        <p:nvSpPr>
          <p:cNvPr id="634" name="Google Shape;634;p19"/>
          <p:cNvSpPr/>
          <p:nvPr/>
        </p:nvSpPr>
        <p:spPr>
          <a:xfrm>
            <a:off x="1609474" y="338700"/>
            <a:ext cx="1975500" cy="89100"/>
          </a:xfrm>
          <a:prstGeom prst="rect">
            <a:avLst/>
          </a:prstGeom>
          <a:solidFill>
            <a:srgbClr val="EA999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latin typeface="Courier New"/>
                <a:ea typeface="Courier New"/>
                <a:cs typeface="Courier New"/>
                <a:sym typeface="Courier New"/>
              </a:rPr>
              <a:t>Harmful Font</a:t>
            </a:r>
            <a:endParaRPr b="1" sz="600">
              <a:latin typeface="Courier New"/>
              <a:ea typeface="Courier New"/>
              <a:cs typeface="Courier New"/>
              <a:sym typeface="Courier New"/>
            </a:endParaRPr>
          </a:p>
        </p:txBody>
      </p:sp>
      <p:sp>
        <p:nvSpPr>
          <p:cNvPr id="635" name="Google Shape;635;p19"/>
          <p:cNvSpPr/>
          <p:nvPr/>
        </p:nvSpPr>
        <p:spPr>
          <a:xfrm>
            <a:off x="764452" y="338651"/>
            <a:ext cx="845031" cy="89100"/>
          </a:xfrm>
          <a:prstGeom prst="rect">
            <a:avLst/>
          </a:prstGeom>
          <a:solidFill>
            <a:srgbClr val="6D9E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latin typeface="Courier New"/>
                <a:ea typeface="Courier New"/>
                <a:cs typeface="Courier New"/>
                <a:sym typeface="Courier New"/>
              </a:rPr>
              <a:t>Healing Font</a:t>
            </a:r>
            <a:endParaRPr b="1" sz="600">
              <a:latin typeface="Courier New"/>
              <a:ea typeface="Courier New"/>
              <a:cs typeface="Courier New"/>
              <a:sym typeface="Courier New"/>
            </a:endParaRPr>
          </a:p>
        </p:txBody>
      </p:sp>
      <p:cxnSp>
        <p:nvCxnSpPr>
          <p:cNvPr id="636" name="Google Shape;636;p19"/>
          <p:cNvCxnSpPr/>
          <p:nvPr/>
        </p:nvCxnSpPr>
        <p:spPr>
          <a:xfrm>
            <a:off x="3171020" y="1669303"/>
            <a:ext cx="0" cy="946200"/>
          </a:xfrm>
          <a:prstGeom prst="straightConnector1">
            <a:avLst/>
          </a:prstGeom>
          <a:noFill/>
          <a:ln cap="flat" cmpd="sng" w="19050">
            <a:solidFill>
              <a:srgbClr val="000000"/>
            </a:solidFill>
            <a:prstDash val="solid"/>
            <a:round/>
            <a:headEnd len="med" w="med" type="none"/>
            <a:tailEnd len="med" w="med" type="triangle"/>
          </a:ln>
        </p:spPr>
      </p:cxnSp>
      <p:cxnSp>
        <p:nvCxnSpPr>
          <p:cNvPr id="637" name="Google Shape;637;p19"/>
          <p:cNvCxnSpPr>
            <a:stCxn id="610" idx="3"/>
            <a:endCxn id="595" idx="0"/>
          </p:cNvCxnSpPr>
          <p:nvPr/>
        </p:nvCxnSpPr>
        <p:spPr>
          <a:xfrm>
            <a:off x="8480399" y="642200"/>
            <a:ext cx="299100" cy="2402100"/>
          </a:xfrm>
          <a:prstGeom prst="bentConnector2">
            <a:avLst/>
          </a:prstGeom>
          <a:noFill/>
          <a:ln cap="flat" cmpd="sng" w="19050">
            <a:solidFill>
              <a:srgbClr val="000000"/>
            </a:solidFill>
            <a:prstDash val="solid"/>
            <a:round/>
            <a:headEnd len="med" w="med" type="none"/>
            <a:tailEnd len="med" w="med" type="triangle"/>
          </a:ln>
        </p:spPr>
      </p:cxnSp>
      <p:sp>
        <p:nvSpPr>
          <p:cNvPr id="638" name="Google Shape;638;p19"/>
          <p:cNvSpPr/>
          <p:nvPr/>
        </p:nvSpPr>
        <p:spPr>
          <a:xfrm>
            <a:off x="6852525" y="1950425"/>
            <a:ext cx="972300" cy="339600"/>
          </a:xfrm>
          <a:prstGeom prst="flowChartDelay">
            <a:avLst/>
          </a:prstGeom>
          <a:solidFill>
            <a:schemeClr val="lt2"/>
          </a:solidFill>
          <a:ln cap="flat" cmpd="sng" w="19050">
            <a:solidFill>
              <a:srgbClr val="1155CC"/>
            </a:solidFill>
            <a:prstDash val="solid"/>
            <a:round/>
            <a:headEnd len="sm" w="sm" type="none"/>
            <a:tailEnd len="sm" w="sm" type="none"/>
          </a:ln>
        </p:spPr>
        <p:txBody>
          <a:bodyPr anchorCtr="0" anchor="ctr" bIns="9125" lIns="45700" spcFirstLastPara="1" rIns="9125" wrap="square" tIns="9125">
            <a:noAutofit/>
          </a:bodyPr>
          <a:lstStyle/>
          <a:p>
            <a:pPr indent="0" lvl="0" marL="0" rtl="0" algn="l">
              <a:spcBef>
                <a:spcPts val="0"/>
              </a:spcBef>
              <a:spcAft>
                <a:spcPts val="0"/>
              </a:spcAft>
              <a:buNone/>
            </a:pPr>
            <a:r>
              <a:rPr b="1" lang="en" sz="750"/>
              <a:t>Sacred Weapon:</a:t>
            </a:r>
            <a:endParaRPr b="1" sz="750"/>
          </a:p>
          <a:p>
            <a:pPr indent="0" lvl="0" marL="0" rtl="0" algn="l">
              <a:spcBef>
                <a:spcPts val="0"/>
              </a:spcBef>
              <a:spcAft>
                <a:spcPts val="0"/>
              </a:spcAft>
              <a:buNone/>
            </a:pPr>
            <a:r>
              <a:rPr b="1" lang="en" sz="750"/>
              <a:t>Expert </a:t>
            </a:r>
            <a:endParaRPr b="1" sz="750"/>
          </a:p>
        </p:txBody>
      </p:sp>
      <p:cxnSp>
        <p:nvCxnSpPr>
          <p:cNvPr id="639" name="Google Shape;639;p19"/>
          <p:cNvCxnSpPr>
            <a:stCxn id="638" idx="2"/>
            <a:endCxn id="592" idx="3"/>
          </p:cNvCxnSpPr>
          <p:nvPr/>
        </p:nvCxnSpPr>
        <p:spPr>
          <a:xfrm rot="5400000">
            <a:off x="7033875" y="2480525"/>
            <a:ext cx="495300" cy="114300"/>
          </a:xfrm>
          <a:prstGeom prst="bentConnector2">
            <a:avLst/>
          </a:prstGeom>
          <a:noFill/>
          <a:ln cap="flat" cmpd="sng" w="19050">
            <a:solidFill>
              <a:srgbClr val="000000"/>
            </a:solidFill>
            <a:prstDash val="solid"/>
            <a:round/>
            <a:headEnd len="med" w="med" type="none"/>
            <a:tailEnd len="med" w="med" type="triangle"/>
          </a:ln>
        </p:spPr>
      </p:cxnSp>
      <p:grpSp>
        <p:nvGrpSpPr>
          <p:cNvPr id="640" name="Google Shape;640;p19"/>
          <p:cNvGrpSpPr/>
          <p:nvPr/>
        </p:nvGrpSpPr>
        <p:grpSpPr>
          <a:xfrm>
            <a:off x="5762724" y="2184750"/>
            <a:ext cx="972300" cy="1625495"/>
            <a:chOff x="5732349" y="2186950"/>
            <a:chExt cx="972300" cy="1625495"/>
          </a:xfrm>
        </p:grpSpPr>
        <p:grpSp>
          <p:nvGrpSpPr>
            <p:cNvPr id="641" name="Google Shape;641;p19"/>
            <p:cNvGrpSpPr/>
            <p:nvPr/>
          </p:nvGrpSpPr>
          <p:grpSpPr>
            <a:xfrm>
              <a:off x="5732349" y="2186950"/>
              <a:ext cx="972300" cy="1625495"/>
              <a:chOff x="7048561" y="2186938"/>
              <a:chExt cx="972300" cy="1625495"/>
            </a:xfrm>
          </p:grpSpPr>
          <p:sp>
            <p:nvSpPr>
              <p:cNvPr id="642" name="Google Shape;642;p19"/>
              <p:cNvSpPr txBox="1"/>
              <p:nvPr/>
            </p:nvSpPr>
            <p:spPr>
              <a:xfrm>
                <a:off x="7214312" y="2186938"/>
                <a:ext cx="640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73150" wrap="square" tIns="9125">
                <a:noAutofit/>
              </a:bodyPr>
              <a:lstStyle/>
              <a:p>
                <a:pPr indent="0" lvl="0" marL="0" rtl="0" algn="ctr">
                  <a:spcBef>
                    <a:spcPts val="0"/>
                  </a:spcBef>
                  <a:spcAft>
                    <a:spcPts val="0"/>
                  </a:spcAft>
                  <a:buNone/>
                </a:pPr>
                <a:r>
                  <a:rPr b="1" lang="en" sz="800"/>
                  <a:t>Align Armament</a:t>
                </a:r>
                <a:endParaRPr b="1" sz="800"/>
              </a:p>
            </p:txBody>
          </p:sp>
          <p:sp>
            <p:nvSpPr>
              <p:cNvPr id="643" name="Google Shape;643;p19"/>
              <p:cNvSpPr txBox="1"/>
              <p:nvPr/>
            </p:nvSpPr>
            <p:spPr>
              <a:xfrm>
                <a:off x="7048561" y="34728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Extend Armament Alignment</a:t>
                </a:r>
                <a:endParaRPr b="1" sz="800"/>
              </a:p>
            </p:txBody>
          </p:sp>
        </p:grpSp>
        <p:cxnSp>
          <p:nvCxnSpPr>
            <p:cNvPr id="644" name="Google Shape;644;p19"/>
            <p:cNvCxnSpPr>
              <a:stCxn id="642" idx="2"/>
              <a:endCxn id="643" idx="0"/>
            </p:cNvCxnSpPr>
            <p:nvPr/>
          </p:nvCxnSpPr>
          <p:spPr>
            <a:xfrm>
              <a:off x="6218500" y="2526550"/>
              <a:ext cx="0" cy="946200"/>
            </a:xfrm>
            <a:prstGeom prst="straightConnector1">
              <a:avLst/>
            </a:prstGeom>
            <a:noFill/>
            <a:ln cap="flat" cmpd="sng" w="19050">
              <a:solidFill>
                <a:srgbClr val="000000"/>
              </a:solidFill>
              <a:prstDash val="solid"/>
              <a:round/>
              <a:headEnd len="med" w="med" type="none"/>
              <a:tailEnd len="med" w="med" type="triangle"/>
            </a:ln>
          </p:spPr>
        </p:cxnSp>
      </p:grpSp>
      <p:sp>
        <p:nvSpPr>
          <p:cNvPr id="645" name="Google Shape;645;p19"/>
          <p:cNvSpPr txBox="1"/>
          <p:nvPr/>
        </p:nvSpPr>
        <p:spPr>
          <a:xfrm>
            <a:off x="4097250" y="2186925"/>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Cremate</a:t>
            </a:r>
            <a:endParaRPr b="1" sz="800"/>
          </a:p>
          <a:p>
            <a:pPr indent="0" lvl="0" marL="0" rtl="0" algn="ctr">
              <a:spcBef>
                <a:spcPts val="0"/>
              </a:spcBef>
              <a:spcAft>
                <a:spcPts val="0"/>
              </a:spcAft>
              <a:buNone/>
            </a:pPr>
            <a:r>
              <a:rPr b="1" lang="en" sz="800"/>
              <a:t>Undead</a:t>
            </a:r>
            <a:endParaRPr b="1" sz="800"/>
          </a:p>
        </p:txBody>
      </p:sp>
      <p:sp>
        <p:nvSpPr>
          <p:cNvPr id="646" name="Google Shape;646;p19"/>
          <p:cNvSpPr txBox="1"/>
          <p:nvPr/>
        </p:nvSpPr>
        <p:spPr>
          <a:xfrm>
            <a:off x="4826093" y="472420"/>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Deadly Simplicity</a:t>
            </a:r>
            <a:endParaRPr b="1" sz="800"/>
          </a:p>
        </p:txBody>
      </p:sp>
      <p:sp>
        <p:nvSpPr>
          <p:cNvPr id="647" name="Google Shape;647;p19"/>
          <p:cNvSpPr txBox="1"/>
          <p:nvPr/>
        </p:nvSpPr>
        <p:spPr>
          <a:xfrm>
            <a:off x="6197004" y="472413"/>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Reach Spell</a:t>
            </a:r>
            <a:endParaRPr b="1" sz="800"/>
          </a:p>
        </p:txBody>
      </p:sp>
      <p:sp>
        <p:nvSpPr>
          <p:cNvPr id="648" name="Google Shape;648;p19"/>
          <p:cNvSpPr txBox="1"/>
          <p:nvPr/>
        </p:nvSpPr>
        <p:spPr>
          <a:xfrm>
            <a:off x="4083822" y="901025"/>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Cantrip Expansion</a:t>
            </a:r>
            <a:endParaRPr b="1" sz="800"/>
          </a:p>
        </p:txBody>
      </p:sp>
      <p:grpSp>
        <p:nvGrpSpPr>
          <p:cNvPr id="649" name="Google Shape;649;p19"/>
          <p:cNvGrpSpPr/>
          <p:nvPr/>
        </p:nvGrpSpPr>
        <p:grpSpPr>
          <a:xfrm>
            <a:off x="7658099" y="472400"/>
            <a:ext cx="822300" cy="3340000"/>
            <a:chOff x="6093412" y="472425"/>
            <a:chExt cx="822300" cy="3340000"/>
          </a:xfrm>
        </p:grpSpPr>
        <p:sp>
          <p:nvSpPr>
            <p:cNvPr id="610" name="Google Shape;610;p19"/>
            <p:cNvSpPr txBox="1"/>
            <p:nvPr/>
          </p:nvSpPr>
          <p:spPr>
            <a:xfrm>
              <a:off x="6093412" y="472425"/>
              <a:ext cx="82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Domain Initiate</a:t>
              </a:r>
              <a:endParaRPr b="1" sz="800"/>
            </a:p>
          </p:txBody>
        </p:sp>
        <p:sp>
          <p:nvSpPr>
            <p:cNvPr id="611" name="Google Shape;611;p19"/>
            <p:cNvSpPr txBox="1"/>
            <p:nvPr/>
          </p:nvSpPr>
          <p:spPr>
            <a:xfrm>
              <a:off x="6182161" y="2186925"/>
              <a:ext cx="640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Advanced Domain</a:t>
              </a:r>
              <a:endParaRPr b="1" sz="800"/>
            </a:p>
          </p:txBody>
        </p:sp>
        <p:sp>
          <p:nvSpPr>
            <p:cNvPr id="613" name="Google Shape;613;p19"/>
            <p:cNvSpPr txBox="1"/>
            <p:nvPr/>
          </p:nvSpPr>
          <p:spPr>
            <a:xfrm>
              <a:off x="6182161" y="3472825"/>
              <a:ext cx="640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Deity’s Protection</a:t>
              </a:r>
              <a:endParaRPr b="1" sz="800"/>
            </a:p>
          </p:txBody>
        </p:sp>
      </p:grpSp>
      <p:sp>
        <p:nvSpPr>
          <p:cNvPr id="650" name="Google Shape;650;p19"/>
          <p:cNvSpPr txBox="1"/>
          <p:nvPr/>
        </p:nvSpPr>
        <p:spPr>
          <a:xfrm>
            <a:off x="6031324" y="901038"/>
            <a:ext cx="728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Sap Life</a:t>
            </a:r>
            <a:endParaRPr b="1" sz="800"/>
          </a:p>
        </p:txBody>
      </p:sp>
      <p:sp>
        <p:nvSpPr>
          <p:cNvPr id="651" name="Google Shape;651;p19"/>
          <p:cNvSpPr txBox="1"/>
          <p:nvPr/>
        </p:nvSpPr>
        <p:spPr>
          <a:xfrm>
            <a:off x="8151100" y="901038"/>
            <a:ext cx="551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Turn</a:t>
            </a:r>
            <a:endParaRPr b="1" sz="800"/>
          </a:p>
          <a:p>
            <a:pPr indent="0" lvl="0" marL="0" rtl="0" algn="ctr">
              <a:spcBef>
                <a:spcPts val="0"/>
              </a:spcBef>
              <a:spcAft>
                <a:spcPts val="0"/>
              </a:spcAft>
              <a:buNone/>
            </a:pPr>
            <a:r>
              <a:rPr b="1" lang="en" sz="800"/>
              <a:t>Undead</a:t>
            </a:r>
            <a:endParaRPr b="1" sz="800"/>
          </a:p>
        </p:txBody>
      </p:sp>
      <p:sp>
        <p:nvSpPr>
          <p:cNvPr id="652" name="Google Shape;652;p19"/>
          <p:cNvSpPr txBox="1"/>
          <p:nvPr/>
        </p:nvSpPr>
        <p:spPr>
          <a:xfrm>
            <a:off x="4091847" y="1329667"/>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Directed Channel</a:t>
            </a:r>
            <a:endParaRPr b="1" sz="800"/>
          </a:p>
        </p:txBody>
      </p:sp>
      <p:sp>
        <p:nvSpPr>
          <p:cNvPr id="653" name="Google Shape;653;p19"/>
          <p:cNvSpPr txBox="1"/>
          <p:nvPr/>
        </p:nvSpPr>
        <p:spPr>
          <a:xfrm>
            <a:off x="4091850" y="1758300"/>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Steady Spellcasting</a:t>
            </a:r>
            <a:endParaRPr b="1" sz="800"/>
          </a:p>
        </p:txBody>
      </p:sp>
      <p:sp>
        <p:nvSpPr>
          <p:cNvPr id="654" name="Google Shape;654;p19"/>
          <p:cNvSpPr txBox="1"/>
          <p:nvPr/>
        </p:nvSpPr>
        <p:spPr>
          <a:xfrm>
            <a:off x="8148899" y="1758300"/>
            <a:ext cx="554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27425" spcFirstLastPara="1" rIns="9125" wrap="square" tIns="9125">
            <a:noAutofit/>
          </a:bodyPr>
          <a:lstStyle/>
          <a:p>
            <a:pPr indent="0" lvl="0" marL="0" rtl="0" algn="l">
              <a:spcBef>
                <a:spcPts val="0"/>
              </a:spcBef>
              <a:spcAft>
                <a:spcPts val="0"/>
              </a:spcAft>
              <a:buNone/>
            </a:pPr>
            <a:r>
              <a:rPr b="1" lang="en" sz="800"/>
              <a:t>Divine Weapon</a:t>
            </a:r>
            <a:endParaRPr b="1" sz="800"/>
          </a:p>
        </p:txBody>
      </p:sp>
      <p:sp>
        <p:nvSpPr>
          <p:cNvPr id="655" name="Google Shape;655;p19"/>
          <p:cNvSpPr txBox="1"/>
          <p:nvPr/>
        </p:nvSpPr>
        <p:spPr>
          <a:xfrm>
            <a:off x="5753850" y="1758300"/>
            <a:ext cx="9105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Selective Energy</a:t>
            </a:r>
            <a:endParaRPr b="1" sz="800"/>
          </a:p>
        </p:txBody>
      </p:sp>
      <p:grpSp>
        <p:nvGrpSpPr>
          <p:cNvPr id="656" name="Google Shape;656;p19"/>
          <p:cNvGrpSpPr/>
          <p:nvPr/>
        </p:nvGrpSpPr>
        <p:grpSpPr>
          <a:xfrm>
            <a:off x="5922650" y="4147700"/>
            <a:ext cx="1443900" cy="704400"/>
            <a:chOff x="5922650" y="4009675"/>
            <a:chExt cx="1443900" cy="704400"/>
          </a:xfrm>
        </p:grpSpPr>
        <p:grpSp>
          <p:nvGrpSpPr>
            <p:cNvPr id="657" name="Google Shape;657;p19"/>
            <p:cNvGrpSpPr/>
            <p:nvPr/>
          </p:nvGrpSpPr>
          <p:grpSpPr>
            <a:xfrm>
              <a:off x="5922650" y="4009675"/>
              <a:ext cx="1443900" cy="704400"/>
              <a:chOff x="9573825" y="3917875"/>
              <a:chExt cx="1443900" cy="704400"/>
            </a:xfrm>
          </p:grpSpPr>
          <p:sp>
            <p:nvSpPr>
              <p:cNvPr id="658" name="Google Shape;658;p19"/>
              <p:cNvSpPr/>
              <p:nvPr/>
            </p:nvSpPr>
            <p:spPr>
              <a:xfrm>
                <a:off x="9573825" y="3917875"/>
                <a:ext cx="1443900" cy="7044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cxnSp>
            <p:nvCxnSpPr>
              <p:cNvPr id="659" name="Google Shape;659;p19"/>
              <p:cNvCxnSpPr/>
              <p:nvPr/>
            </p:nvCxnSpPr>
            <p:spPr>
              <a:xfrm rot="10800000">
                <a:off x="9697709" y="426570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660" name="Google Shape;660;p19"/>
              <p:cNvSpPr txBox="1"/>
              <p:nvPr/>
            </p:nvSpPr>
            <p:spPr>
              <a:xfrm>
                <a:off x="9705499" y="412744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sp>
            <p:nvSpPr>
              <p:cNvPr id="661" name="Google Shape;661;p19"/>
              <p:cNvSpPr txBox="1"/>
              <p:nvPr/>
            </p:nvSpPr>
            <p:spPr>
              <a:xfrm>
                <a:off x="10302812" y="4081837"/>
                <a:ext cx="657000" cy="2295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Good Alignment Required</a:t>
                </a:r>
                <a:endParaRPr b="1" sz="600"/>
              </a:p>
            </p:txBody>
          </p:sp>
          <p:sp>
            <p:nvSpPr>
              <p:cNvPr id="662" name="Google Shape;662;p19"/>
              <p:cNvSpPr txBox="1"/>
              <p:nvPr/>
            </p:nvSpPr>
            <p:spPr>
              <a:xfrm>
                <a:off x="10302812" y="4349512"/>
                <a:ext cx="657000" cy="2295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Evil Alignment Required</a:t>
                </a:r>
                <a:endParaRPr b="1" sz="600"/>
              </a:p>
            </p:txBody>
          </p:sp>
        </p:grpSp>
        <p:sp>
          <p:nvSpPr>
            <p:cNvPr id="663" name="Google Shape;663;p19"/>
            <p:cNvSpPr/>
            <p:nvPr/>
          </p:nvSpPr>
          <p:spPr>
            <a:xfrm>
              <a:off x="5977775" y="4449175"/>
              <a:ext cx="640800" cy="220500"/>
            </a:xfrm>
            <a:prstGeom prst="flowChartDelay">
              <a:avLst/>
            </a:prstGeom>
            <a:solidFill>
              <a:schemeClr val="lt2"/>
            </a:solidFill>
            <a:ln cap="flat" cmpd="sng" w="19050">
              <a:solidFill>
                <a:srgbClr val="1155CC"/>
              </a:solidFill>
              <a:prstDash val="solid"/>
              <a:round/>
              <a:headEnd len="sm" w="sm" type="none"/>
              <a:tailEnd len="sm" w="sm" type="none"/>
            </a:ln>
          </p:spPr>
          <p:txBody>
            <a:bodyPr anchorCtr="0" anchor="ctr" bIns="9125" lIns="45700" spcFirstLastPara="1" rIns="9125" wrap="square" tIns="9125">
              <a:noAutofit/>
            </a:bodyPr>
            <a:lstStyle/>
            <a:p>
              <a:pPr indent="0" lvl="0" marL="0" rtl="0" algn="l">
                <a:spcBef>
                  <a:spcPts val="0"/>
                </a:spcBef>
                <a:spcAft>
                  <a:spcPts val="0"/>
                </a:spcAft>
                <a:buNone/>
              </a:pPr>
              <a:r>
                <a:rPr b="1" lang="en" sz="700"/>
                <a:t>Required Skill</a:t>
              </a:r>
              <a:endParaRPr b="1" sz="700"/>
            </a:p>
          </p:txBody>
        </p:sp>
      </p:grpSp>
      <p:sp>
        <p:nvSpPr>
          <p:cNvPr id="664" name="Google Shape;664;p19"/>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pic>
        <p:nvPicPr>
          <p:cNvPr id="665" name="Google Shape;665;p19"/>
          <p:cNvPicPr preferRelativeResize="0"/>
          <p:nvPr/>
        </p:nvPicPr>
        <p:blipFill>
          <a:blip r:embed="rId3">
            <a:alphaModFix/>
          </a:blip>
          <a:stretch>
            <a:fillRect/>
          </a:stretch>
        </p:blipFill>
        <p:spPr>
          <a:xfrm>
            <a:off x="2250331" y="4330213"/>
            <a:ext cx="181700" cy="176775"/>
          </a:xfrm>
          <a:prstGeom prst="rect">
            <a:avLst/>
          </a:prstGeom>
          <a:noFill/>
          <a:ln cap="flat" cmpd="sng" w="9525">
            <a:solidFill>
              <a:srgbClr val="000000"/>
            </a:solidFill>
            <a:prstDash val="solid"/>
            <a:round/>
            <a:headEnd len="sm" w="sm" type="none"/>
            <a:tailEnd len="sm" w="sm" type="none"/>
          </a:ln>
        </p:spPr>
      </p:pic>
      <p:pic>
        <p:nvPicPr>
          <p:cNvPr id="666" name="Google Shape;666;p19"/>
          <p:cNvPicPr preferRelativeResize="0"/>
          <p:nvPr/>
        </p:nvPicPr>
        <p:blipFill>
          <a:blip r:embed="rId4">
            <a:alphaModFix/>
          </a:blip>
          <a:stretch>
            <a:fillRect/>
          </a:stretch>
        </p:blipFill>
        <p:spPr>
          <a:xfrm>
            <a:off x="3075338" y="4756391"/>
            <a:ext cx="191500" cy="181421"/>
          </a:xfrm>
          <a:prstGeom prst="rect">
            <a:avLst/>
          </a:prstGeom>
          <a:noFill/>
          <a:ln cap="flat" cmpd="sng" w="9525">
            <a:solidFill>
              <a:srgbClr val="000000"/>
            </a:solidFill>
            <a:prstDash val="solid"/>
            <a:round/>
            <a:headEnd len="sm" w="sm" type="none"/>
            <a:tailEnd len="sm" w="sm" type="none"/>
          </a:ln>
        </p:spPr>
      </p:pic>
      <p:pic>
        <p:nvPicPr>
          <p:cNvPr id="667" name="Google Shape;667;p19"/>
          <p:cNvPicPr preferRelativeResize="0"/>
          <p:nvPr/>
        </p:nvPicPr>
        <p:blipFill>
          <a:blip r:embed="rId5">
            <a:alphaModFix/>
          </a:blip>
          <a:stretch>
            <a:fillRect/>
          </a:stretch>
        </p:blipFill>
        <p:spPr>
          <a:xfrm>
            <a:off x="4951303" y="3472799"/>
            <a:ext cx="209060" cy="186325"/>
          </a:xfrm>
          <a:prstGeom prst="rect">
            <a:avLst/>
          </a:prstGeom>
          <a:noFill/>
          <a:ln cap="flat" cmpd="sng" w="9525">
            <a:solidFill>
              <a:srgbClr val="000000"/>
            </a:solidFill>
            <a:prstDash val="solid"/>
            <a:round/>
            <a:headEnd len="sm" w="sm" type="none"/>
            <a:tailEnd len="sm" w="sm" type="none"/>
          </a:ln>
        </p:spPr>
      </p:pic>
      <p:pic>
        <p:nvPicPr>
          <p:cNvPr id="668" name="Google Shape;668;p19"/>
          <p:cNvPicPr preferRelativeResize="0"/>
          <p:nvPr/>
        </p:nvPicPr>
        <p:blipFill>
          <a:blip r:embed="rId3">
            <a:alphaModFix/>
          </a:blip>
          <a:stretch>
            <a:fillRect/>
          </a:stretch>
        </p:blipFill>
        <p:spPr>
          <a:xfrm>
            <a:off x="1826164" y="3044150"/>
            <a:ext cx="181700" cy="176775"/>
          </a:xfrm>
          <a:prstGeom prst="rect">
            <a:avLst/>
          </a:prstGeom>
          <a:noFill/>
          <a:ln cap="flat" cmpd="sng" w="9525">
            <a:solidFill>
              <a:srgbClr val="000000"/>
            </a:solidFill>
            <a:prstDash val="solid"/>
            <a:round/>
            <a:headEnd len="sm" w="sm" type="none"/>
            <a:tailEnd len="sm" w="sm" type="none"/>
          </a:ln>
        </p:spPr>
      </p:pic>
      <p:pic>
        <p:nvPicPr>
          <p:cNvPr id="669" name="Google Shape;669;p19"/>
          <p:cNvPicPr preferRelativeResize="0"/>
          <p:nvPr/>
        </p:nvPicPr>
        <p:blipFill>
          <a:blip r:embed="rId3">
            <a:alphaModFix/>
          </a:blip>
          <a:stretch>
            <a:fillRect/>
          </a:stretch>
        </p:blipFill>
        <p:spPr>
          <a:xfrm>
            <a:off x="1362975" y="2625375"/>
            <a:ext cx="181700" cy="176775"/>
          </a:xfrm>
          <a:prstGeom prst="rect">
            <a:avLst/>
          </a:prstGeom>
          <a:noFill/>
          <a:ln cap="flat" cmpd="sng" w="9525">
            <a:solidFill>
              <a:srgbClr val="000000"/>
            </a:solidFill>
            <a:prstDash val="solid"/>
            <a:round/>
            <a:headEnd len="sm" w="sm" type="none"/>
            <a:tailEnd len="sm" w="sm" type="none"/>
          </a:ln>
        </p:spPr>
      </p:pic>
      <p:pic>
        <p:nvPicPr>
          <p:cNvPr id="670" name="Google Shape;670;p19"/>
          <p:cNvPicPr preferRelativeResize="0"/>
          <p:nvPr/>
        </p:nvPicPr>
        <p:blipFill>
          <a:blip r:embed="rId3">
            <a:alphaModFix/>
          </a:blip>
          <a:stretch>
            <a:fillRect/>
          </a:stretch>
        </p:blipFill>
        <p:spPr>
          <a:xfrm>
            <a:off x="6386231" y="2186950"/>
            <a:ext cx="181700" cy="176775"/>
          </a:xfrm>
          <a:prstGeom prst="rect">
            <a:avLst/>
          </a:prstGeom>
          <a:noFill/>
          <a:ln cap="flat" cmpd="sng" w="9525">
            <a:solidFill>
              <a:srgbClr val="000000"/>
            </a:solidFill>
            <a:prstDash val="solid"/>
            <a:round/>
            <a:headEnd len="sm" w="sm" type="none"/>
            <a:tailEnd len="sm" w="sm" type="none"/>
          </a:ln>
        </p:spPr>
      </p:pic>
      <p:pic>
        <p:nvPicPr>
          <p:cNvPr id="671" name="Google Shape;671;p19"/>
          <p:cNvPicPr preferRelativeResize="0"/>
          <p:nvPr/>
        </p:nvPicPr>
        <p:blipFill>
          <a:blip r:embed="rId4">
            <a:alphaModFix/>
          </a:blip>
          <a:stretch>
            <a:fillRect/>
          </a:stretch>
        </p:blipFill>
        <p:spPr>
          <a:xfrm>
            <a:off x="8513213" y="1758291"/>
            <a:ext cx="191500" cy="181421"/>
          </a:xfrm>
          <a:prstGeom prst="rect">
            <a:avLst/>
          </a:prstGeom>
          <a:noFill/>
          <a:ln cap="flat" cmpd="sng" w="9525">
            <a:solidFill>
              <a:srgbClr val="000000"/>
            </a:solidFill>
            <a:prstDash val="solid"/>
            <a:round/>
            <a:headEnd len="sm" w="sm" type="none"/>
            <a:tailEnd len="sm" w="sm" type="none"/>
          </a:ln>
        </p:spPr>
      </p:pic>
      <p:pic>
        <p:nvPicPr>
          <p:cNvPr id="672" name="Google Shape;672;p19"/>
          <p:cNvPicPr preferRelativeResize="0"/>
          <p:nvPr/>
        </p:nvPicPr>
        <p:blipFill>
          <a:blip r:embed="rId3">
            <a:alphaModFix/>
          </a:blip>
          <a:stretch>
            <a:fillRect/>
          </a:stretch>
        </p:blipFill>
        <p:spPr>
          <a:xfrm>
            <a:off x="1728406" y="1758288"/>
            <a:ext cx="181700" cy="176775"/>
          </a:xfrm>
          <a:prstGeom prst="rect">
            <a:avLst/>
          </a:prstGeom>
          <a:noFill/>
          <a:ln cap="flat" cmpd="sng" w="9525">
            <a:solidFill>
              <a:srgbClr val="000000"/>
            </a:solidFill>
            <a:prstDash val="solid"/>
            <a:round/>
            <a:headEnd len="sm" w="sm" type="none"/>
            <a:tailEnd len="sm" w="sm" type="none"/>
          </a:ln>
        </p:spPr>
      </p:pic>
      <p:pic>
        <p:nvPicPr>
          <p:cNvPr id="673" name="Google Shape;673;p19"/>
          <p:cNvPicPr preferRelativeResize="0"/>
          <p:nvPr/>
        </p:nvPicPr>
        <p:blipFill>
          <a:blip r:embed="rId3">
            <a:alphaModFix/>
          </a:blip>
          <a:stretch>
            <a:fillRect/>
          </a:stretch>
        </p:blipFill>
        <p:spPr>
          <a:xfrm>
            <a:off x="2581406" y="1329675"/>
            <a:ext cx="181700" cy="176775"/>
          </a:xfrm>
          <a:prstGeom prst="rect">
            <a:avLst/>
          </a:prstGeom>
          <a:noFill/>
          <a:ln cap="flat" cmpd="sng" w="9525">
            <a:solidFill>
              <a:srgbClr val="000000"/>
            </a:solidFill>
            <a:prstDash val="solid"/>
            <a:round/>
            <a:headEnd len="sm" w="sm" type="none"/>
            <a:tailEnd len="sm" w="sm" type="none"/>
          </a:ln>
        </p:spPr>
      </p:pic>
      <p:pic>
        <p:nvPicPr>
          <p:cNvPr id="674" name="Google Shape;674;p19"/>
          <p:cNvPicPr preferRelativeResize="0"/>
          <p:nvPr/>
        </p:nvPicPr>
        <p:blipFill>
          <a:blip r:embed="rId3">
            <a:alphaModFix/>
          </a:blip>
          <a:stretch>
            <a:fillRect/>
          </a:stretch>
        </p:blipFill>
        <p:spPr>
          <a:xfrm>
            <a:off x="3353344" y="1329675"/>
            <a:ext cx="181700" cy="176775"/>
          </a:xfrm>
          <a:prstGeom prst="rect">
            <a:avLst/>
          </a:prstGeom>
          <a:noFill/>
          <a:ln cap="flat" cmpd="sng" w="9525">
            <a:solidFill>
              <a:srgbClr val="000000"/>
            </a:solidFill>
            <a:prstDash val="solid"/>
            <a:round/>
            <a:headEnd len="sm" w="sm" type="none"/>
            <a:tailEnd len="sm" w="sm" type="none"/>
          </a:ln>
        </p:spPr>
      </p:pic>
      <p:pic>
        <p:nvPicPr>
          <p:cNvPr id="675" name="Google Shape;675;p19"/>
          <p:cNvPicPr preferRelativeResize="0"/>
          <p:nvPr/>
        </p:nvPicPr>
        <p:blipFill>
          <a:blip r:embed="rId6">
            <a:alphaModFix/>
          </a:blip>
          <a:stretch>
            <a:fillRect/>
          </a:stretch>
        </p:blipFill>
        <p:spPr>
          <a:xfrm>
            <a:off x="1720138" y="1340558"/>
            <a:ext cx="271018" cy="186325"/>
          </a:xfrm>
          <a:prstGeom prst="rect">
            <a:avLst/>
          </a:prstGeom>
          <a:noFill/>
          <a:ln cap="flat" cmpd="sng" w="9525">
            <a:solidFill>
              <a:srgbClr val="000000"/>
            </a:solidFill>
            <a:prstDash val="solid"/>
            <a:round/>
            <a:headEnd len="sm" w="sm" type="none"/>
            <a:tailEnd len="sm" w="sm" type="none"/>
          </a:ln>
        </p:spPr>
      </p:pic>
      <p:pic>
        <p:nvPicPr>
          <p:cNvPr id="676" name="Google Shape;676;p19"/>
          <p:cNvPicPr preferRelativeResize="0"/>
          <p:nvPr/>
        </p:nvPicPr>
        <p:blipFill>
          <a:blip r:embed="rId3">
            <a:alphaModFix/>
          </a:blip>
          <a:stretch>
            <a:fillRect/>
          </a:stretch>
        </p:blipFill>
        <p:spPr>
          <a:xfrm>
            <a:off x="6925731" y="472425"/>
            <a:ext cx="181700" cy="17677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0"/>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2" name="Google Shape;682;p20"/>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3" name="Google Shape;683;p20"/>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4" name="Google Shape;684;p20"/>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5" name="Google Shape;685;p20"/>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6" name="Google Shape;686;p20"/>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7" name="Google Shape;687;p20"/>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Druid </a:t>
            </a:r>
            <a:r>
              <a:rPr b="1" lang="en" sz="2400">
                <a:solidFill>
                  <a:schemeClr val="dk1"/>
                </a:solidFill>
              </a:rPr>
              <a:t>Class Feat Tree</a:t>
            </a:r>
            <a:endParaRPr b="1" sz="2400"/>
          </a:p>
        </p:txBody>
      </p:sp>
      <p:sp>
        <p:nvSpPr>
          <p:cNvPr id="688" name="Google Shape;688;p20"/>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89" name="Google Shape;689;p20"/>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90" name="Google Shape;690;p20"/>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91" name="Google Shape;691;p20"/>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92" name="Google Shape;692;p20"/>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693" name="Google Shape;693;p20"/>
          <p:cNvSpPr txBox="1"/>
          <p:nvPr/>
        </p:nvSpPr>
        <p:spPr>
          <a:xfrm>
            <a:off x="7050561" y="47242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Reach Spell</a:t>
            </a:r>
            <a:endParaRPr b="1" sz="800"/>
          </a:p>
        </p:txBody>
      </p:sp>
      <p:sp>
        <p:nvSpPr>
          <p:cNvPr id="694" name="Google Shape;694;p20"/>
          <p:cNvSpPr txBox="1"/>
          <p:nvPr/>
        </p:nvSpPr>
        <p:spPr>
          <a:xfrm>
            <a:off x="8082724" y="4724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Widen Spell</a:t>
            </a:r>
            <a:endParaRPr b="1" sz="800"/>
          </a:p>
        </p:txBody>
      </p:sp>
      <p:sp>
        <p:nvSpPr>
          <p:cNvPr id="695" name="Google Shape;695;p20"/>
          <p:cNvSpPr txBox="1"/>
          <p:nvPr/>
        </p:nvSpPr>
        <p:spPr>
          <a:xfrm>
            <a:off x="2806337" y="90105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Enhanced</a:t>
            </a:r>
            <a:endParaRPr b="1" sz="800"/>
          </a:p>
          <a:p>
            <a:pPr indent="0" lvl="0" marL="0" rtl="0" algn="ctr">
              <a:spcBef>
                <a:spcPts val="0"/>
              </a:spcBef>
              <a:spcAft>
                <a:spcPts val="0"/>
              </a:spcAft>
              <a:buNone/>
            </a:pPr>
            <a:r>
              <a:rPr b="1" lang="en" sz="800"/>
              <a:t>Familiar</a:t>
            </a:r>
            <a:endParaRPr b="1" sz="800"/>
          </a:p>
        </p:txBody>
      </p:sp>
      <p:sp>
        <p:nvSpPr>
          <p:cNvPr id="696" name="Google Shape;696;p20"/>
          <p:cNvSpPr txBox="1"/>
          <p:nvPr/>
        </p:nvSpPr>
        <p:spPr>
          <a:xfrm>
            <a:off x="7048561" y="21869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Fey Caller</a:t>
            </a:r>
            <a:endParaRPr b="1" sz="800"/>
          </a:p>
        </p:txBody>
      </p:sp>
      <p:sp>
        <p:nvSpPr>
          <p:cNvPr id="697" name="Google Shape;697;p20"/>
          <p:cNvSpPr txBox="1"/>
          <p:nvPr/>
        </p:nvSpPr>
        <p:spPr>
          <a:xfrm>
            <a:off x="7050549"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Order Magic</a:t>
            </a:r>
            <a:endParaRPr b="1" sz="800"/>
          </a:p>
        </p:txBody>
      </p:sp>
      <p:sp>
        <p:nvSpPr>
          <p:cNvPr id="698" name="Google Shape;698;p20"/>
          <p:cNvSpPr txBox="1"/>
          <p:nvPr/>
        </p:nvSpPr>
        <p:spPr>
          <a:xfrm>
            <a:off x="7048561" y="261557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Healing Transformation</a:t>
            </a:r>
            <a:endParaRPr b="1" sz="800"/>
          </a:p>
        </p:txBody>
      </p:sp>
      <p:sp>
        <p:nvSpPr>
          <p:cNvPr id="699" name="Google Shape;699;p20"/>
          <p:cNvSpPr txBox="1"/>
          <p:nvPr/>
        </p:nvSpPr>
        <p:spPr>
          <a:xfrm>
            <a:off x="7048561" y="304419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Primal Summons</a:t>
            </a:r>
            <a:endParaRPr b="1" sz="800"/>
          </a:p>
        </p:txBody>
      </p:sp>
      <p:sp>
        <p:nvSpPr>
          <p:cNvPr id="700" name="Google Shape;700;p20"/>
          <p:cNvSpPr txBox="1"/>
          <p:nvPr/>
        </p:nvSpPr>
        <p:spPr>
          <a:xfrm>
            <a:off x="8099374" y="26155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Overwhelming Energy</a:t>
            </a:r>
            <a:endParaRPr b="1" sz="800"/>
          </a:p>
        </p:txBody>
      </p:sp>
      <p:grpSp>
        <p:nvGrpSpPr>
          <p:cNvPr id="701" name="Google Shape;701;p20"/>
          <p:cNvGrpSpPr/>
          <p:nvPr/>
        </p:nvGrpSpPr>
        <p:grpSpPr>
          <a:xfrm>
            <a:off x="2123704" y="472400"/>
            <a:ext cx="974300" cy="4197275"/>
            <a:chOff x="2123704" y="472400"/>
            <a:chExt cx="974300" cy="4197275"/>
          </a:xfrm>
        </p:grpSpPr>
        <p:sp>
          <p:nvSpPr>
            <p:cNvPr id="702" name="Google Shape;702;p20"/>
            <p:cNvSpPr txBox="1"/>
            <p:nvPr/>
          </p:nvSpPr>
          <p:spPr>
            <a:xfrm>
              <a:off x="2125704" y="472400"/>
              <a:ext cx="972300" cy="339600"/>
            </a:xfrm>
            <a:prstGeom prst="rect">
              <a:avLst/>
            </a:prstGeom>
            <a:solidFill>
              <a:srgbClr val="A4C2F4"/>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Storm Born</a:t>
              </a:r>
              <a:endParaRPr b="1" sz="800"/>
            </a:p>
          </p:txBody>
        </p:sp>
        <p:sp>
          <p:nvSpPr>
            <p:cNvPr id="703" name="Google Shape;703;p20"/>
            <p:cNvSpPr txBox="1"/>
            <p:nvPr/>
          </p:nvSpPr>
          <p:spPr>
            <a:xfrm>
              <a:off x="2123704" y="1758288"/>
              <a:ext cx="972300" cy="339600"/>
            </a:xfrm>
            <a:prstGeom prst="rect">
              <a:avLst/>
            </a:prstGeom>
            <a:solidFill>
              <a:srgbClr val="A4C2F4"/>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Storm Retribution</a:t>
              </a:r>
              <a:endParaRPr b="1" sz="800"/>
            </a:p>
          </p:txBody>
        </p:sp>
        <p:sp>
          <p:nvSpPr>
            <p:cNvPr id="704" name="Google Shape;704;p20"/>
            <p:cNvSpPr txBox="1"/>
            <p:nvPr/>
          </p:nvSpPr>
          <p:spPr>
            <a:xfrm>
              <a:off x="2123704" y="2186913"/>
              <a:ext cx="972300" cy="339600"/>
            </a:xfrm>
            <a:prstGeom prst="rect">
              <a:avLst/>
            </a:prstGeom>
            <a:solidFill>
              <a:srgbClr val="A4C2F4"/>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Wind Caller</a:t>
              </a:r>
              <a:endParaRPr b="1" sz="800"/>
            </a:p>
          </p:txBody>
        </p:sp>
        <p:sp>
          <p:nvSpPr>
            <p:cNvPr id="705" name="Google Shape;705;p20"/>
            <p:cNvSpPr txBox="1"/>
            <p:nvPr/>
          </p:nvSpPr>
          <p:spPr>
            <a:xfrm>
              <a:off x="2123704" y="4330075"/>
              <a:ext cx="972300" cy="339600"/>
            </a:xfrm>
            <a:prstGeom prst="rect">
              <a:avLst/>
            </a:prstGeom>
            <a:solidFill>
              <a:srgbClr val="A4C2F4"/>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Invoke Disaster</a:t>
              </a:r>
              <a:endParaRPr b="1" sz="800"/>
            </a:p>
          </p:txBody>
        </p:sp>
      </p:grpSp>
      <p:sp>
        <p:nvSpPr>
          <p:cNvPr id="706" name="Google Shape;706;p20"/>
          <p:cNvSpPr txBox="1"/>
          <p:nvPr/>
        </p:nvSpPr>
        <p:spPr>
          <a:xfrm>
            <a:off x="3286449" y="47587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Leyline Conduit</a:t>
            </a:r>
            <a:endParaRPr b="1" sz="800"/>
          </a:p>
        </p:txBody>
      </p:sp>
      <p:cxnSp>
        <p:nvCxnSpPr>
          <p:cNvPr id="707" name="Google Shape;707;p20"/>
          <p:cNvCxnSpPr>
            <a:stCxn id="708" idx="2"/>
            <a:endCxn id="709" idx="0"/>
          </p:cNvCxnSpPr>
          <p:nvPr/>
        </p:nvCxnSpPr>
        <p:spPr>
          <a:xfrm flipH="1" rot="-5400000">
            <a:off x="1218950" y="1070611"/>
            <a:ext cx="517800" cy="6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710" name="Google Shape;710;p20"/>
          <p:cNvCxnSpPr>
            <a:stCxn id="709" idx="2"/>
            <a:endCxn id="711" idx="0"/>
          </p:cNvCxnSpPr>
          <p:nvPr/>
        </p:nvCxnSpPr>
        <p:spPr>
          <a:xfrm rot="5400000">
            <a:off x="1218200" y="1927724"/>
            <a:ext cx="517800" cy="900"/>
          </a:xfrm>
          <a:prstGeom prst="bentConnector3">
            <a:avLst>
              <a:gd fmla="val 49986" name="adj1"/>
            </a:avLst>
          </a:prstGeom>
          <a:noFill/>
          <a:ln cap="flat" cmpd="sng" w="19050">
            <a:solidFill>
              <a:srgbClr val="000000"/>
            </a:solidFill>
            <a:prstDash val="solid"/>
            <a:round/>
            <a:headEnd len="med" w="med" type="none"/>
            <a:tailEnd len="med" w="med" type="triangle"/>
          </a:ln>
        </p:spPr>
      </p:cxnSp>
      <p:cxnSp>
        <p:nvCxnSpPr>
          <p:cNvPr id="712" name="Google Shape;712;p20"/>
          <p:cNvCxnSpPr>
            <a:stCxn id="708" idx="1"/>
            <a:endCxn id="713" idx="1"/>
          </p:cNvCxnSpPr>
          <p:nvPr/>
        </p:nvCxnSpPr>
        <p:spPr>
          <a:xfrm flipH="1">
            <a:off x="990500" y="642211"/>
            <a:ext cx="900" cy="2143200"/>
          </a:xfrm>
          <a:prstGeom prst="bentConnector3">
            <a:avLst>
              <a:gd fmla="val 12516705" name="adj1"/>
            </a:avLst>
          </a:prstGeom>
          <a:noFill/>
          <a:ln cap="flat" cmpd="sng" w="19050">
            <a:solidFill>
              <a:srgbClr val="000000"/>
            </a:solidFill>
            <a:prstDash val="solid"/>
            <a:round/>
            <a:headEnd len="med" w="med" type="none"/>
            <a:tailEnd len="med" w="med" type="triangle"/>
          </a:ln>
        </p:spPr>
      </p:cxnSp>
      <p:cxnSp>
        <p:nvCxnSpPr>
          <p:cNvPr id="714" name="Google Shape;714;p20"/>
          <p:cNvCxnSpPr>
            <a:stCxn id="711" idx="3"/>
            <a:endCxn id="715" idx="0"/>
          </p:cNvCxnSpPr>
          <p:nvPr/>
        </p:nvCxnSpPr>
        <p:spPr>
          <a:xfrm flipH="1">
            <a:off x="1476700" y="2356724"/>
            <a:ext cx="486000" cy="1116000"/>
          </a:xfrm>
          <a:prstGeom prst="bentConnector4">
            <a:avLst>
              <a:gd fmla="val -18338" name="adj1"/>
              <a:gd fmla="val 57612" name="adj2"/>
            </a:avLst>
          </a:prstGeom>
          <a:noFill/>
          <a:ln cap="flat" cmpd="sng" w="19050">
            <a:solidFill>
              <a:srgbClr val="000000"/>
            </a:solidFill>
            <a:prstDash val="solid"/>
            <a:round/>
            <a:headEnd len="med" w="med" type="none"/>
            <a:tailEnd len="med" w="med" type="triangle"/>
          </a:ln>
        </p:spPr>
      </p:cxnSp>
      <p:grpSp>
        <p:nvGrpSpPr>
          <p:cNvPr id="716" name="Google Shape;716;p20"/>
          <p:cNvGrpSpPr/>
          <p:nvPr/>
        </p:nvGrpSpPr>
        <p:grpSpPr>
          <a:xfrm>
            <a:off x="990400" y="472411"/>
            <a:ext cx="973300" cy="3340013"/>
            <a:chOff x="855575" y="472411"/>
            <a:chExt cx="973300" cy="3340013"/>
          </a:xfrm>
        </p:grpSpPr>
        <p:sp>
          <p:nvSpPr>
            <p:cNvPr id="708" name="Google Shape;708;p20"/>
            <p:cNvSpPr txBox="1"/>
            <p:nvPr/>
          </p:nvSpPr>
          <p:spPr>
            <a:xfrm>
              <a:off x="856575" y="472411"/>
              <a:ext cx="972300" cy="3396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Animal Companion</a:t>
              </a:r>
              <a:endParaRPr b="1" sz="800"/>
            </a:p>
          </p:txBody>
        </p:sp>
        <p:sp>
          <p:nvSpPr>
            <p:cNvPr id="709" name="Google Shape;709;p20"/>
            <p:cNvSpPr txBox="1"/>
            <p:nvPr/>
          </p:nvSpPr>
          <p:spPr>
            <a:xfrm>
              <a:off x="856575" y="1329674"/>
              <a:ext cx="972300" cy="3396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Mature Animal Companion</a:t>
              </a:r>
              <a:endParaRPr b="1" sz="800"/>
            </a:p>
          </p:txBody>
        </p:sp>
        <p:sp>
          <p:nvSpPr>
            <p:cNvPr id="711" name="Google Shape;711;p20"/>
            <p:cNvSpPr txBox="1"/>
            <p:nvPr/>
          </p:nvSpPr>
          <p:spPr>
            <a:xfrm>
              <a:off x="855575" y="2186924"/>
              <a:ext cx="972300" cy="3396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Incredible Companion</a:t>
              </a:r>
              <a:endParaRPr b="1" sz="800"/>
            </a:p>
          </p:txBody>
        </p:sp>
        <p:sp>
          <p:nvSpPr>
            <p:cNvPr id="713" name="Google Shape;713;p20"/>
            <p:cNvSpPr txBox="1"/>
            <p:nvPr/>
          </p:nvSpPr>
          <p:spPr>
            <a:xfrm>
              <a:off x="855575" y="2615561"/>
              <a:ext cx="972300" cy="3396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Side by Side</a:t>
              </a:r>
              <a:endParaRPr b="1" sz="800"/>
            </a:p>
          </p:txBody>
        </p:sp>
        <p:sp>
          <p:nvSpPr>
            <p:cNvPr id="715" name="Google Shape;715;p20"/>
            <p:cNvSpPr txBox="1"/>
            <p:nvPr/>
          </p:nvSpPr>
          <p:spPr>
            <a:xfrm>
              <a:off x="855575" y="3472824"/>
              <a:ext cx="972300" cy="3396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Specialized Companion</a:t>
              </a:r>
              <a:endParaRPr b="1" sz="800"/>
            </a:p>
          </p:txBody>
        </p:sp>
      </p:grpSp>
      <p:grpSp>
        <p:nvGrpSpPr>
          <p:cNvPr id="717" name="Google Shape;717;p20"/>
          <p:cNvGrpSpPr/>
          <p:nvPr/>
        </p:nvGrpSpPr>
        <p:grpSpPr>
          <a:xfrm>
            <a:off x="3259815" y="472400"/>
            <a:ext cx="974300" cy="3768638"/>
            <a:chOff x="1887740" y="472400"/>
            <a:chExt cx="974300" cy="3768638"/>
          </a:xfrm>
        </p:grpSpPr>
        <p:sp>
          <p:nvSpPr>
            <p:cNvPr id="718" name="Google Shape;718;p20"/>
            <p:cNvSpPr txBox="1"/>
            <p:nvPr/>
          </p:nvSpPr>
          <p:spPr>
            <a:xfrm>
              <a:off x="1889740" y="472400"/>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Leshy Familiar</a:t>
              </a:r>
              <a:endParaRPr b="1" sz="800"/>
            </a:p>
          </p:txBody>
        </p:sp>
        <p:sp>
          <p:nvSpPr>
            <p:cNvPr id="719" name="Google Shape;719;p20"/>
            <p:cNvSpPr txBox="1"/>
            <p:nvPr/>
          </p:nvSpPr>
          <p:spPr>
            <a:xfrm>
              <a:off x="1887740" y="132966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Woodland Stride</a:t>
              </a:r>
              <a:endParaRPr b="1" sz="800"/>
            </a:p>
          </p:txBody>
        </p:sp>
        <p:sp>
          <p:nvSpPr>
            <p:cNvPr id="720" name="Google Shape;720;p20"/>
            <p:cNvSpPr txBox="1"/>
            <p:nvPr/>
          </p:nvSpPr>
          <p:spPr>
            <a:xfrm>
              <a:off x="1887740" y="1758288"/>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Green Empathy</a:t>
              </a:r>
              <a:endParaRPr b="1" sz="800"/>
            </a:p>
          </p:txBody>
        </p:sp>
        <p:sp>
          <p:nvSpPr>
            <p:cNvPr id="721" name="Google Shape;721;p20"/>
            <p:cNvSpPr txBox="1"/>
            <p:nvPr/>
          </p:nvSpPr>
          <p:spPr>
            <a:xfrm>
              <a:off x="1887740" y="2615550"/>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Plant Shape</a:t>
              </a:r>
              <a:endParaRPr b="1" sz="800"/>
            </a:p>
          </p:txBody>
        </p:sp>
        <p:sp>
          <p:nvSpPr>
            <p:cNvPr id="722" name="Google Shape;722;p20"/>
            <p:cNvSpPr txBox="1"/>
            <p:nvPr/>
          </p:nvSpPr>
          <p:spPr>
            <a:xfrm>
              <a:off x="1887740" y="3044175"/>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Green Tongue</a:t>
              </a:r>
              <a:endParaRPr b="1" sz="800"/>
            </a:p>
          </p:txBody>
        </p:sp>
        <p:sp>
          <p:nvSpPr>
            <p:cNvPr id="723" name="Google Shape;723;p20"/>
            <p:cNvSpPr txBox="1"/>
            <p:nvPr/>
          </p:nvSpPr>
          <p:spPr>
            <a:xfrm>
              <a:off x="1887740" y="3472813"/>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Verdant Metamorphosis</a:t>
              </a:r>
              <a:endParaRPr b="1" sz="800"/>
            </a:p>
          </p:txBody>
        </p:sp>
        <p:sp>
          <p:nvSpPr>
            <p:cNvPr id="724" name="Google Shape;724;p20"/>
            <p:cNvSpPr txBox="1"/>
            <p:nvPr/>
          </p:nvSpPr>
          <p:spPr>
            <a:xfrm>
              <a:off x="1887740" y="3901438"/>
              <a:ext cx="9723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Impaling Briars</a:t>
              </a:r>
              <a:endParaRPr b="1" sz="800"/>
            </a:p>
          </p:txBody>
        </p:sp>
      </p:grpSp>
      <p:cxnSp>
        <p:nvCxnSpPr>
          <p:cNvPr id="725" name="Google Shape;725;p20"/>
          <p:cNvCxnSpPr>
            <a:stCxn id="720" idx="1"/>
            <a:endCxn id="722" idx="1"/>
          </p:cNvCxnSpPr>
          <p:nvPr/>
        </p:nvCxnSpPr>
        <p:spPr>
          <a:xfrm>
            <a:off x="3259815" y="1928088"/>
            <a:ext cx="600" cy="1285800"/>
          </a:xfrm>
          <a:prstGeom prst="bentConnector3">
            <a:avLst>
              <a:gd fmla="val -14360902" name="adj1"/>
            </a:avLst>
          </a:prstGeom>
          <a:noFill/>
          <a:ln cap="flat" cmpd="sng" w="19050">
            <a:solidFill>
              <a:srgbClr val="000000"/>
            </a:solidFill>
            <a:prstDash val="solid"/>
            <a:round/>
            <a:headEnd len="med" w="med" type="none"/>
            <a:tailEnd len="med" w="med" type="triangle"/>
          </a:ln>
        </p:spPr>
      </p:cxnSp>
      <p:cxnSp>
        <p:nvCxnSpPr>
          <p:cNvPr id="726" name="Google Shape;726;p20"/>
          <p:cNvCxnSpPr>
            <a:stCxn id="704" idx="2"/>
            <a:endCxn id="705" idx="0"/>
          </p:cNvCxnSpPr>
          <p:nvPr/>
        </p:nvCxnSpPr>
        <p:spPr>
          <a:xfrm flipH="1" rot="-5400000">
            <a:off x="1708354" y="3428013"/>
            <a:ext cx="1803600" cy="6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727" name="Google Shape;727;p20"/>
          <p:cNvCxnSpPr>
            <a:stCxn id="728" idx="1"/>
            <a:endCxn id="729" idx="1"/>
          </p:cNvCxnSpPr>
          <p:nvPr/>
        </p:nvCxnSpPr>
        <p:spPr>
          <a:xfrm flipH="1">
            <a:off x="4704516" y="642224"/>
            <a:ext cx="2100" cy="42864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30" name="Google Shape;730;p20"/>
          <p:cNvCxnSpPr>
            <a:stCxn id="731" idx="2"/>
            <a:endCxn id="729" idx="3"/>
          </p:cNvCxnSpPr>
          <p:nvPr/>
        </p:nvCxnSpPr>
        <p:spPr>
          <a:xfrm flipH="1" rot="-5400000">
            <a:off x="4661566" y="3912999"/>
            <a:ext cx="1544700" cy="486300"/>
          </a:xfrm>
          <a:prstGeom prst="bentConnector4">
            <a:avLst>
              <a:gd fmla="val 17756" name="adj1"/>
              <a:gd fmla="val 265928" name="adj2"/>
            </a:avLst>
          </a:prstGeom>
          <a:noFill/>
          <a:ln cap="flat" cmpd="sng" w="19050">
            <a:solidFill>
              <a:srgbClr val="000000"/>
            </a:solidFill>
            <a:prstDash val="solid"/>
            <a:round/>
            <a:headEnd len="med" w="med" type="none"/>
            <a:tailEnd len="med" w="med" type="triangle"/>
          </a:ln>
        </p:spPr>
      </p:cxnSp>
      <p:grpSp>
        <p:nvGrpSpPr>
          <p:cNvPr id="732" name="Google Shape;732;p20"/>
          <p:cNvGrpSpPr/>
          <p:nvPr/>
        </p:nvGrpSpPr>
        <p:grpSpPr>
          <a:xfrm>
            <a:off x="4704616" y="472424"/>
            <a:ext cx="2265415" cy="4625900"/>
            <a:chOff x="3952079" y="472424"/>
            <a:chExt cx="2265415" cy="4625900"/>
          </a:xfrm>
        </p:grpSpPr>
        <p:sp>
          <p:nvSpPr>
            <p:cNvPr id="728" name="Google Shape;728;p20"/>
            <p:cNvSpPr txBox="1"/>
            <p:nvPr/>
          </p:nvSpPr>
          <p:spPr>
            <a:xfrm>
              <a:off x="3954079" y="472424"/>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Wild Shape</a:t>
              </a:r>
              <a:endParaRPr b="1" sz="800"/>
            </a:p>
          </p:txBody>
        </p:sp>
        <p:sp>
          <p:nvSpPr>
            <p:cNvPr id="733" name="Google Shape;733;p20"/>
            <p:cNvSpPr txBox="1"/>
            <p:nvPr/>
          </p:nvSpPr>
          <p:spPr>
            <a:xfrm>
              <a:off x="3952079" y="1329686"/>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Form Control</a:t>
              </a:r>
              <a:endParaRPr b="1" sz="800"/>
            </a:p>
          </p:txBody>
        </p:sp>
        <p:sp>
          <p:nvSpPr>
            <p:cNvPr id="734" name="Google Shape;734;p20"/>
            <p:cNvSpPr txBox="1"/>
            <p:nvPr/>
          </p:nvSpPr>
          <p:spPr>
            <a:xfrm>
              <a:off x="3952079" y="1758311"/>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Insect Shape</a:t>
              </a:r>
              <a:endParaRPr b="1" sz="800"/>
            </a:p>
          </p:txBody>
        </p:sp>
        <p:sp>
          <p:nvSpPr>
            <p:cNvPr id="735" name="Google Shape;735;p20"/>
            <p:cNvSpPr txBox="1"/>
            <p:nvPr/>
          </p:nvSpPr>
          <p:spPr>
            <a:xfrm>
              <a:off x="5243119" y="2186925"/>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Soaring Shape</a:t>
              </a:r>
              <a:endParaRPr b="1" sz="800"/>
            </a:p>
          </p:txBody>
        </p:sp>
        <p:sp>
          <p:nvSpPr>
            <p:cNvPr id="736" name="Google Shape;736;p20"/>
            <p:cNvSpPr txBox="1"/>
            <p:nvPr/>
          </p:nvSpPr>
          <p:spPr>
            <a:xfrm>
              <a:off x="3952079" y="2186936"/>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Ferocious Shape</a:t>
              </a:r>
              <a:endParaRPr b="1" sz="800"/>
            </a:p>
          </p:txBody>
        </p:sp>
        <p:sp>
          <p:nvSpPr>
            <p:cNvPr id="737" name="Google Shape;737;p20"/>
            <p:cNvSpPr txBox="1"/>
            <p:nvPr/>
          </p:nvSpPr>
          <p:spPr>
            <a:xfrm>
              <a:off x="3952079" y="2615574"/>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Elemental Shape</a:t>
              </a:r>
              <a:endParaRPr b="1" sz="800"/>
            </a:p>
          </p:txBody>
        </p:sp>
        <p:sp>
          <p:nvSpPr>
            <p:cNvPr id="731" name="Google Shape;731;p20"/>
            <p:cNvSpPr txBox="1"/>
            <p:nvPr/>
          </p:nvSpPr>
          <p:spPr>
            <a:xfrm>
              <a:off x="3952079" y="3044199"/>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Dragon Shape</a:t>
              </a:r>
              <a:endParaRPr b="1" sz="800"/>
            </a:p>
          </p:txBody>
        </p:sp>
        <p:sp>
          <p:nvSpPr>
            <p:cNvPr id="738" name="Google Shape;738;p20"/>
            <p:cNvSpPr txBox="1"/>
            <p:nvPr/>
          </p:nvSpPr>
          <p:spPr>
            <a:xfrm>
              <a:off x="3952079" y="3901461"/>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Monstrosity Shape</a:t>
              </a:r>
              <a:endParaRPr b="1" sz="800"/>
            </a:p>
          </p:txBody>
        </p:sp>
        <p:sp>
          <p:nvSpPr>
            <p:cNvPr id="739" name="Google Shape;739;p20"/>
            <p:cNvSpPr txBox="1"/>
            <p:nvPr/>
          </p:nvSpPr>
          <p:spPr>
            <a:xfrm>
              <a:off x="3952079" y="4330099"/>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Perfect Form Control</a:t>
              </a:r>
              <a:endParaRPr b="1" sz="800"/>
            </a:p>
          </p:txBody>
        </p:sp>
        <p:sp>
          <p:nvSpPr>
            <p:cNvPr id="729" name="Google Shape;729;p20"/>
            <p:cNvSpPr txBox="1"/>
            <p:nvPr/>
          </p:nvSpPr>
          <p:spPr>
            <a:xfrm>
              <a:off x="3952079" y="4758724"/>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True Shapeshifter</a:t>
              </a:r>
              <a:endParaRPr b="1" sz="800"/>
            </a:p>
          </p:txBody>
        </p:sp>
        <p:sp>
          <p:nvSpPr>
            <p:cNvPr id="740" name="Google Shape;740;p20"/>
            <p:cNvSpPr txBox="1"/>
            <p:nvPr/>
          </p:nvSpPr>
          <p:spPr>
            <a:xfrm>
              <a:off x="5245194" y="1329663"/>
              <a:ext cx="9723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Thousand Faces</a:t>
              </a:r>
              <a:endParaRPr b="1" sz="800"/>
            </a:p>
          </p:txBody>
        </p:sp>
      </p:grpSp>
      <p:cxnSp>
        <p:nvCxnSpPr>
          <p:cNvPr id="741" name="Google Shape;741;p20"/>
          <p:cNvCxnSpPr>
            <a:stCxn id="728" idx="1"/>
            <a:endCxn id="721" idx="3"/>
          </p:cNvCxnSpPr>
          <p:nvPr/>
        </p:nvCxnSpPr>
        <p:spPr>
          <a:xfrm flipH="1">
            <a:off x="4232016" y="642224"/>
            <a:ext cx="474600" cy="2143200"/>
          </a:xfrm>
          <a:prstGeom prst="bentConnector3">
            <a:avLst>
              <a:gd fmla="val 49990" name="adj1"/>
            </a:avLst>
          </a:prstGeom>
          <a:noFill/>
          <a:ln cap="flat" cmpd="sng" w="19050">
            <a:solidFill>
              <a:srgbClr val="000000"/>
            </a:solidFill>
            <a:prstDash val="solid"/>
            <a:round/>
            <a:headEnd len="med" w="med" type="none"/>
            <a:tailEnd len="med" w="med" type="triangle"/>
          </a:ln>
        </p:spPr>
      </p:cxnSp>
      <p:cxnSp>
        <p:nvCxnSpPr>
          <p:cNvPr id="742" name="Google Shape;742;p20"/>
          <p:cNvCxnSpPr>
            <a:stCxn id="728" idx="1"/>
            <a:endCxn id="736" idx="1"/>
          </p:cNvCxnSpPr>
          <p:nvPr/>
        </p:nvCxnSpPr>
        <p:spPr>
          <a:xfrm flipH="1">
            <a:off x="4704516" y="642224"/>
            <a:ext cx="2100" cy="17145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43" name="Google Shape;743;p20"/>
          <p:cNvCxnSpPr>
            <a:stCxn id="735" idx="2"/>
            <a:endCxn id="731" idx="3"/>
          </p:cNvCxnSpPr>
          <p:nvPr/>
        </p:nvCxnSpPr>
        <p:spPr>
          <a:xfrm rot="5400000">
            <a:off x="5735556" y="2467875"/>
            <a:ext cx="687600" cy="804900"/>
          </a:xfrm>
          <a:prstGeom prst="bentConnector2">
            <a:avLst/>
          </a:prstGeom>
          <a:noFill/>
          <a:ln cap="flat" cmpd="sng" w="19050">
            <a:solidFill>
              <a:srgbClr val="000000"/>
            </a:solidFill>
            <a:prstDash val="solid"/>
            <a:round/>
            <a:headEnd len="med" w="med" type="none"/>
            <a:tailEnd len="med" w="med" type="triangle"/>
          </a:ln>
        </p:spPr>
      </p:cxnSp>
      <p:cxnSp>
        <p:nvCxnSpPr>
          <p:cNvPr id="744" name="Google Shape;744;p20"/>
          <p:cNvCxnSpPr>
            <a:stCxn id="728" idx="3"/>
            <a:endCxn id="735" idx="1"/>
          </p:cNvCxnSpPr>
          <p:nvPr/>
        </p:nvCxnSpPr>
        <p:spPr>
          <a:xfrm>
            <a:off x="5678916" y="642224"/>
            <a:ext cx="316800" cy="1714500"/>
          </a:xfrm>
          <a:prstGeom prst="bentConnector3">
            <a:avLst>
              <a:gd fmla="val 64657" name="adj1"/>
            </a:avLst>
          </a:prstGeom>
          <a:noFill/>
          <a:ln cap="flat" cmpd="sng" w="19050">
            <a:solidFill>
              <a:srgbClr val="000000"/>
            </a:solidFill>
            <a:prstDash val="solid"/>
            <a:round/>
            <a:headEnd len="med" w="med" type="none"/>
            <a:tailEnd len="med" w="med" type="triangle"/>
          </a:ln>
        </p:spPr>
      </p:cxnSp>
      <p:cxnSp>
        <p:nvCxnSpPr>
          <p:cNvPr id="745" name="Google Shape;745;p20"/>
          <p:cNvCxnSpPr>
            <a:stCxn id="728" idx="1"/>
            <a:endCxn id="733" idx="1"/>
          </p:cNvCxnSpPr>
          <p:nvPr/>
        </p:nvCxnSpPr>
        <p:spPr>
          <a:xfrm flipH="1">
            <a:off x="4704516" y="642224"/>
            <a:ext cx="2100" cy="8574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46" name="Google Shape;746;p20"/>
          <p:cNvCxnSpPr>
            <a:stCxn id="728" idx="1"/>
            <a:endCxn id="734" idx="1"/>
          </p:cNvCxnSpPr>
          <p:nvPr/>
        </p:nvCxnSpPr>
        <p:spPr>
          <a:xfrm flipH="1">
            <a:off x="4704516" y="642224"/>
            <a:ext cx="2100" cy="12858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47" name="Google Shape;747;p20"/>
          <p:cNvCxnSpPr>
            <a:stCxn id="728" idx="1"/>
            <a:endCxn id="737" idx="1"/>
          </p:cNvCxnSpPr>
          <p:nvPr/>
        </p:nvCxnSpPr>
        <p:spPr>
          <a:xfrm flipH="1">
            <a:off x="4704516" y="642224"/>
            <a:ext cx="2100" cy="21432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48" name="Google Shape;748;p20"/>
          <p:cNvCxnSpPr>
            <a:stCxn id="728" idx="1"/>
            <a:endCxn id="738" idx="1"/>
          </p:cNvCxnSpPr>
          <p:nvPr/>
        </p:nvCxnSpPr>
        <p:spPr>
          <a:xfrm flipH="1">
            <a:off x="4704516" y="642224"/>
            <a:ext cx="2100" cy="3429000"/>
          </a:xfrm>
          <a:prstGeom prst="bentConnector3">
            <a:avLst>
              <a:gd fmla="val 11434524" name="adj1"/>
            </a:avLst>
          </a:prstGeom>
          <a:noFill/>
          <a:ln cap="flat" cmpd="sng" w="19050">
            <a:solidFill>
              <a:srgbClr val="000000"/>
            </a:solidFill>
            <a:prstDash val="solid"/>
            <a:round/>
            <a:headEnd len="med" w="med" type="none"/>
            <a:tailEnd len="med" w="med" type="triangle"/>
          </a:ln>
        </p:spPr>
      </p:cxnSp>
      <p:cxnSp>
        <p:nvCxnSpPr>
          <p:cNvPr id="749" name="Google Shape;749;p20"/>
          <p:cNvCxnSpPr>
            <a:stCxn id="733" idx="3"/>
            <a:endCxn id="739" idx="3"/>
          </p:cNvCxnSpPr>
          <p:nvPr/>
        </p:nvCxnSpPr>
        <p:spPr>
          <a:xfrm>
            <a:off x="5676916" y="1499486"/>
            <a:ext cx="600" cy="3000300"/>
          </a:xfrm>
          <a:prstGeom prst="bentConnector3">
            <a:avLst>
              <a:gd fmla="val 25980638" name="adj1"/>
            </a:avLst>
          </a:prstGeom>
          <a:noFill/>
          <a:ln cap="flat" cmpd="sng" w="19050">
            <a:solidFill>
              <a:srgbClr val="000000"/>
            </a:solidFill>
            <a:prstDash val="solid"/>
            <a:round/>
            <a:headEnd len="med" w="med" type="none"/>
            <a:tailEnd len="med" w="med" type="triangle"/>
          </a:ln>
        </p:spPr>
      </p:cxnSp>
      <p:cxnSp>
        <p:nvCxnSpPr>
          <p:cNvPr id="750" name="Google Shape;750;p20"/>
          <p:cNvCxnSpPr>
            <a:stCxn id="728" idx="3"/>
            <a:endCxn id="740" idx="0"/>
          </p:cNvCxnSpPr>
          <p:nvPr/>
        </p:nvCxnSpPr>
        <p:spPr>
          <a:xfrm>
            <a:off x="5678916" y="642224"/>
            <a:ext cx="804900" cy="687300"/>
          </a:xfrm>
          <a:prstGeom prst="bentConnector2">
            <a:avLst/>
          </a:prstGeom>
          <a:noFill/>
          <a:ln cap="flat" cmpd="sng" w="19050">
            <a:solidFill>
              <a:srgbClr val="000000"/>
            </a:solidFill>
            <a:prstDash val="solid"/>
            <a:round/>
            <a:headEnd len="med" w="med" type="none"/>
            <a:tailEnd len="med" w="med" type="triangle"/>
          </a:ln>
        </p:spPr>
      </p:cxnSp>
      <p:cxnSp>
        <p:nvCxnSpPr>
          <p:cNvPr id="751" name="Google Shape;751;p20"/>
          <p:cNvCxnSpPr/>
          <p:nvPr/>
        </p:nvCxnSpPr>
        <p:spPr>
          <a:xfrm flipH="1" rot="-5400000">
            <a:off x="7387438" y="1180280"/>
            <a:ext cx="297900" cy="6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752" name="Google Shape;752;p20"/>
          <p:cNvCxnSpPr>
            <a:stCxn id="718" idx="2"/>
            <a:endCxn id="695" idx="3"/>
          </p:cNvCxnSpPr>
          <p:nvPr/>
        </p:nvCxnSpPr>
        <p:spPr>
          <a:xfrm rot="5400000">
            <a:off x="3529865" y="852800"/>
            <a:ext cx="258900" cy="177300"/>
          </a:xfrm>
          <a:prstGeom prst="bentConnector2">
            <a:avLst/>
          </a:prstGeom>
          <a:noFill/>
          <a:ln cap="flat" cmpd="sng" w="19050">
            <a:solidFill>
              <a:srgbClr val="000000"/>
            </a:solidFill>
            <a:prstDash val="solid"/>
            <a:round/>
            <a:headEnd len="med" w="med" type="none"/>
            <a:tailEnd len="med" w="med" type="triangle"/>
          </a:ln>
        </p:spPr>
      </p:cxnSp>
      <p:sp>
        <p:nvSpPr>
          <p:cNvPr id="753" name="Google Shape;753;p20"/>
          <p:cNvSpPr txBox="1"/>
          <p:nvPr/>
        </p:nvSpPr>
        <p:spPr>
          <a:xfrm>
            <a:off x="2118324" y="47587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Hierophant’s</a:t>
            </a:r>
            <a:endParaRPr b="1" sz="800"/>
          </a:p>
          <a:p>
            <a:pPr indent="0" lvl="0" marL="0" rtl="0" algn="ctr">
              <a:spcBef>
                <a:spcPts val="0"/>
              </a:spcBef>
              <a:spcAft>
                <a:spcPts val="0"/>
              </a:spcAft>
              <a:buNone/>
            </a:pPr>
            <a:r>
              <a:rPr b="1" lang="en" sz="800"/>
              <a:t>Power</a:t>
            </a:r>
            <a:endParaRPr b="1" sz="800"/>
          </a:p>
        </p:txBody>
      </p:sp>
      <p:sp>
        <p:nvSpPr>
          <p:cNvPr id="754" name="Google Shape;754;p20"/>
          <p:cNvSpPr txBox="1"/>
          <p:nvPr/>
        </p:nvSpPr>
        <p:spPr>
          <a:xfrm>
            <a:off x="8080724"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Poison Resistance</a:t>
            </a:r>
            <a:endParaRPr b="1" sz="800"/>
          </a:p>
        </p:txBody>
      </p:sp>
      <p:sp>
        <p:nvSpPr>
          <p:cNvPr id="755" name="Google Shape;755;p20"/>
          <p:cNvSpPr txBox="1"/>
          <p:nvPr/>
        </p:nvSpPr>
        <p:spPr>
          <a:xfrm>
            <a:off x="7050549"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Order Explorer</a:t>
            </a:r>
            <a:endParaRPr b="1" sz="800"/>
          </a:p>
        </p:txBody>
      </p:sp>
      <p:sp>
        <p:nvSpPr>
          <p:cNvPr id="756" name="Google Shape;756;p20"/>
          <p:cNvSpPr txBox="1"/>
          <p:nvPr/>
        </p:nvSpPr>
        <p:spPr>
          <a:xfrm>
            <a:off x="7050561" y="175830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Steady Spellcasting</a:t>
            </a:r>
            <a:endParaRPr b="1" sz="800"/>
          </a:p>
        </p:txBody>
      </p:sp>
      <p:grpSp>
        <p:nvGrpSpPr>
          <p:cNvPr id="757" name="Google Shape;757;p20"/>
          <p:cNvGrpSpPr/>
          <p:nvPr/>
        </p:nvGrpSpPr>
        <p:grpSpPr>
          <a:xfrm>
            <a:off x="6018825" y="4267409"/>
            <a:ext cx="465000" cy="465000"/>
            <a:chOff x="6018825" y="4267409"/>
            <a:chExt cx="465000" cy="465000"/>
          </a:xfrm>
        </p:grpSpPr>
        <p:sp>
          <p:nvSpPr>
            <p:cNvPr id="758" name="Google Shape;758;p20"/>
            <p:cNvSpPr/>
            <p:nvPr/>
          </p:nvSpPr>
          <p:spPr>
            <a:xfrm rot="-8100000">
              <a:off x="6086923" y="4335507"/>
              <a:ext cx="328805" cy="328805"/>
            </a:xfrm>
            <a:prstGeom prst="teardrop">
              <a:avLst>
                <a:gd fmla="val 100000" name="adj"/>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t/>
              </a:r>
              <a:endParaRPr b="1" sz="800"/>
            </a:p>
          </p:txBody>
        </p:sp>
        <p:sp>
          <p:nvSpPr>
            <p:cNvPr id="759" name="Google Shape;759;p20"/>
            <p:cNvSpPr txBox="1"/>
            <p:nvPr/>
          </p:nvSpPr>
          <p:spPr>
            <a:xfrm>
              <a:off x="6040275" y="4287888"/>
              <a:ext cx="422100" cy="22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STR</a:t>
              </a:r>
              <a:endParaRPr b="1" sz="800">
                <a:solidFill>
                  <a:schemeClr val="dk1"/>
                </a:solidFill>
              </a:endParaRPr>
            </a:p>
            <a:p>
              <a:pPr indent="0" lvl="0" marL="0" rtl="0" algn="ctr">
                <a:spcBef>
                  <a:spcPts val="0"/>
                </a:spcBef>
                <a:spcAft>
                  <a:spcPts val="0"/>
                </a:spcAft>
                <a:buClr>
                  <a:schemeClr val="dk1"/>
                </a:buClr>
                <a:buSzPts val="1100"/>
                <a:buFont typeface="Arial"/>
                <a:buNone/>
              </a:pPr>
              <a:r>
                <a:rPr b="1" lang="en" sz="800">
                  <a:solidFill>
                    <a:schemeClr val="dk1"/>
                  </a:solidFill>
                </a:rPr>
                <a:t>18</a:t>
              </a:r>
              <a:endParaRPr sz="800"/>
            </a:p>
          </p:txBody>
        </p:sp>
      </p:grpSp>
      <p:cxnSp>
        <p:nvCxnSpPr>
          <p:cNvPr id="760" name="Google Shape;760;p20"/>
          <p:cNvCxnSpPr>
            <a:stCxn id="761" idx="7"/>
            <a:endCxn id="733" idx="0"/>
          </p:cNvCxnSpPr>
          <p:nvPr/>
        </p:nvCxnSpPr>
        <p:spPr>
          <a:xfrm flipH="1">
            <a:off x="5190775" y="1094647"/>
            <a:ext cx="182100" cy="234900"/>
          </a:xfrm>
          <a:prstGeom prst="bentConnector2">
            <a:avLst/>
          </a:prstGeom>
          <a:noFill/>
          <a:ln cap="flat" cmpd="sng" w="19050">
            <a:solidFill>
              <a:srgbClr val="000000"/>
            </a:solidFill>
            <a:prstDash val="solid"/>
            <a:round/>
            <a:headEnd len="med" w="med" type="none"/>
            <a:tailEnd len="med" w="med" type="triangle"/>
          </a:ln>
        </p:spPr>
      </p:cxnSp>
      <p:grpSp>
        <p:nvGrpSpPr>
          <p:cNvPr id="762" name="Google Shape;762;p20"/>
          <p:cNvGrpSpPr/>
          <p:nvPr/>
        </p:nvGrpSpPr>
        <p:grpSpPr>
          <a:xfrm>
            <a:off x="5372875" y="862147"/>
            <a:ext cx="465000" cy="465000"/>
            <a:chOff x="5372875" y="862147"/>
            <a:chExt cx="465000" cy="465000"/>
          </a:xfrm>
        </p:grpSpPr>
        <p:sp>
          <p:nvSpPr>
            <p:cNvPr id="761" name="Google Shape;761;p20"/>
            <p:cNvSpPr/>
            <p:nvPr/>
          </p:nvSpPr>
          <p:spPr>
            <a:xfrm rot="-8100000">
              <a:off x="5440973" y="930244"/>
              <a:ext cx="328805" cy="328805"/>
            </a:xfrm>
            <a:prstGeom prst="teardrop">
              <a:avLst>
                <a:gd fmla="val 100000" name="adj"/>
              </a:avLst>
            </a:prstGeom>
            <a:solidFill>
              <a:srgbClr val="FFFFFF"/>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t/>
              </a:r>
              <a:endParaRPr b="1" sz="800"/>
            </a:p>
          </p:txBody>
        </p:sp>
        <p:sp>
          <p:nvSpPr>
            <p:cNvPr id="763" name="Google Shape;763;p20"/>
            <p:cNvSpPr txBox="1"/>
            <p:nvPr/>
          </p:nvSpPr>
          <p:spPr>
            <a:xfrm>
              <a:off x="5394325" y="882625"/>
              <a:ext cx="422100" cy="22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STR</a:t>
              </a:r>
              <a:endParaRPr b="1" sz="800">
                <a:solidFill>
                  <a:schemeClr val="dk1"/>
                </a:solidFill>
              </a:endParaRPr>
            </a:p>
            <a:p>
              <a:pPr indent="0" lvl="0" marL="0" rtl="0" algn="ctr">
                <a:spcBef>
                  <a:spcPts val="0"/>
                </a:spcBef>
                <a:spcAft>
                  <a:spcPts val="0"/>
                </a:spcAft>
                <a:buNone/>
              </a:pPr>
              <a:r>
                <a:rPr b="1" lang="en" sz="800">
                  <a:solidFill>
                    <a:schemeClr val="dk1"/>
                  </a:solidFill>
                </a:rPr>
                <a:t>14</a:t>
              </a:r>
              <a:endParaRPr sz="800"/>
            </a:p>
          </p:txBody>
        </p:sp>
      </p:grpSp>
      <p:cxnSp>
        <p:nvCxnSpPr>
          <p:cNvPr id="764" name="Google Shape;764;p20"/>
          <p:cNvCxnSpPr>
            <a:stCxn id="758" idx="7"/>
            <a:endCxn id="739" idx="3"/>
          </p:cNvCxnSpPr>
          <p:nvPr/>
        </p:nvCxnSpPr>
        <p:spPr>
          <a:xfrm flipH="1">
            <a:off x="5676825" y="4499909"/>
            <a:ext cx="342000" cy="600"/>
          </a:xfrm>
          <a:prstGeom prst="bentConnector3">
            <a:avLst>
              <a:gd fmla="val 49987" name="adj1"/>
            </a:avLst>
          </a:prstGeom>
          <a:noFill/>
          <a:ln cap="flat" cmpd="sng" w="19050">
            <a:solidFill>
              <a:srgbClr val="000000"/>
            </a:solidFill>
            <a:prstDash val="solid"/>
            <a:round/>
            <a:headEnd len="med" w="med" type="none"/>
            <a:tailEnd len="med" w="med" type="triangle"/>
          </a:ln>
        </p:spPr>
      </p:cxnSp>
      <p:grpSp>
        <p:nvGrpSpPr>
          <p:cNvPr id="765" name="Google Shape;765;p20"/>
          <p:cNvGrpSpPr/>
          <p:nvPr/>
        </p:nvGrpSpPr>
        <p:grpSpPr>
          <a:xfrm>
            <a:off x="7124750" y="3563675"/>
            <a:ext cx="1877400" cy="1332300"/>
            <a:chOff x="7048550" y="3716075"/>
            <a:chExt cx="1877400" cy="1332300"/>
          </a:xfrm>
        </p:grpSpPr>
        <p:sp>
          <p:nvSpPr>
            <p:cNvPr id="766" name="Google Shape;766;p20"/>
            <p:cNvSpPr/>
            <p:nvPr/>
          </p:nvSpPr>
          <p:spPr>
            <a:xfrm>
              <a:off x="7048550" y="3716075"/>
              <a:ext cx="1877400" cy="13323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grpSp>
          <p:nvGrpSpPr>
            <p:cNvPr id="767" name="Google Shape;767;p20"/>
            <p:cNvGrpSpPr/>
            <p:nvPr/>
          </p:nvGrpSpPr>
          <p:grpSpPr>
            <a:xfrm>
              <a:off x="7250317" y="3916406"/>
              <a:ext cx="459600" cy="138257"/>
              <a:chOff x="7605584" y="3812831"/>
              <a:chExt cx="459600" cy="138257"/>
            </a:xfrm>
          </p:grpSpPr>
          <p:cxnSp>
            <p:nvCxnSpPr>
              <p:cNvPr id="768" name="Google Shape;768;p20"/>
              <p:cNvCxnSpPr/>
              <p:nvPr/>
            </p:nvCxnSpPr>
            <p:spPr>
              <a:xfrm rot="10800000">
                <a:off x="7605584" y="3951089"/>
                <a:ext cx="459600" cy="0"/>
              </a:xfrm>
              <a:prstGeom prst="straightConnector1">
                <a:avLst/>
              </a:prstGeom>
              <a:noFill/>
              <a:ln cap="flat" cmpd="sng" w="19050">
                <a:solidFill>
                  <a:srgbClr val="000000"/>
                </a:solidFill>
                <a:prstDash val="solid"/>
                <a:round/>
                <a:headEnd len="med" w="med" type="none"/>
                <a:tailEnd len="med" w="med" type="triangle"/>
              </a:ln>
            </p:spPr>
          </p:cxnSp>
          <p:sp>
            <p:nvSpPr>
              <p:cNvPr id="769" name="Google Shape;769;p20"/>
              <p:cNvSpPr txBox="1"/>
              <p:nvPr/>
            </p:nvSpPr>
            <p:spPr>
              <a:xfrm>
                <a:off x="7613374" y="3812831"/>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grpSp>
          <p:nvGrpSpPr>
            <p:cNvPr id="770" name="Google Shape;770;p20"/>
            <p:cNvGrpSpPr/>
            <p:nvPr/>
          </p:nvGrpSpPr>
          <p:grpSpPr>
            <a:xfrm>
              <a:off x="7247617" y="4515484"/>
              <a:ext cx="465000" cy="465000"/>
              <a:chOff x="7139175" y="4515484"/>
              <a:chExt cx="465000" cy="465000"/>
            </a:xfrm>
          </p:grpSpPr>
          <p:sp>
            <p:nvSpPr>
              <p:cNvPr id="771" name="Google Shape;771;p20"/>
              <p:cNvSpPr/>
              <p:nvPr/>
            </p:nvSpPr>
            <p:spPr>
              <a:xfrm rot="-8100000">
                <a:off x="7207273" y="4583582"/>
                <a:ext cx="328805" cy="328805"/>
              </a:xfrm>
              <a:prstGeom prst="teardrop">
                <a:avLst>
                  <a:gd fmla="val 100000" name="adj"/>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t/>
                </a:r>
                <a:endParaRPr b="1" sz="800"/>
              </a:p>
            </p:txBody>
          </p:sp>
          <p:sp>
            <p:nvSpPr>
              <p:cNvPr id="772" name="Google Shape;772;p20"/>
              <p:cNvSpPr txBox="1"/>
              <p:nvPr/>
            </p:nvSpPr>
            <p:spPr>
              <a:xfrm>
                <a:off x="7145175" y="4683409"/>
                <a:ext cx="422100" cy="2244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b="1" lang="en" sz="600">
                    <a:solidFill>
                      <a:schemeClr val="dk1"/>
                    </a:solidFill>
                  </a:rPr>
                  <a:t>Required Stat</a:t>
                </a:r>
                <a:endParaRPr sz="600"/>
              </a:p>
            </p:txBody>
          </p:sp>
        </p:grpSp>
        <p:grpSp>
          <p:nvGrpSpPr>
            <p:cNvPr id="773" name="Google Shape;773;p20"/>
            <p:cNvGrpSpPr/>
            <p:nvPr/>
          </p:nvGrpSpPr>
          <p:grpSpPr>
            <a:xfrm>
              <a:off x="7873139" y="3962401"/>
              <a:ext cx="974012" cy="1018073"/>
              <a:chOff x="4705763" y="-156517"/>
              <a:chExt cx="974012" cy="628790"/>
            </a:xfrm>
          </p:grpSpPr>
          <p:sp>
            <p:nvSpPr>
              <p:cNvPr id="774" name="Google Shape;774;p20"/>
              <p:cNvSpPr txBox="1"/>
              <p:nvPr/>
            </p:nvSpPr>
            <p:spPr>
              <a:xfrm>
                <a:off x="4705763" y="-156517"/>
                <a:ext cx="972300" cy="1218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Animal Order</a:t>
                </a:r>
                <a:endParaRPr b="1" sz="800"/>
              </a:p>
            </p:txBody>
          </p:sp>
          <p:sp>
            <p:nvSpPr>
              <p:cNvPr id="775" name="Google Shape;775;p20"/>
              <p:cNvSpPr txBox="1"/>
              <p:nvPr/>
            </p:nvSpPr>
            <p:spPr>
              <a:xfrm>
                <a:off x="4707475" y="12472"/>
                <a:ext cx="972300" cy="121800"/>
              </a:xfrm>
              <a:prstGeom prst="rect">
                <a:avLst/>
              </a:prstGeom>
              <a:solidFill>
                <a:srgbClr val="A4C2F4"/>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Storm Order</a:t>
                </a:r>
                <a:endParaRPr b="1" sz="800"/>
              </a:p>
            </p:txBody>
          </p:sp>
          <p:sp>
            <p:nvSpPr>
              <p:cNvPr id="776" name="Google Shape;776;p20"/>
              <p:cNvSpPr txBox="1"/>
              <p:nvPr/>
            </p:nvSpPr>
            <p:spPr>
              <a:xfrm>
                <a:off x="4706625" y="181460"/>
                <a:ext cx="972300" cy="1218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Leaf Order</a:t>
                </a:r>
                <a:endParaRPr b="1" sz="800"/>
              </a:p>
            </p:txBody>
          </p:sp>
          <p:sp>
            <p:nvSpPr>
              <p:cNvPr id="777" name="Google Shape;777;p20"/>
              <p:cNvSpPr txBox="1"/>
              <p:nvPr/>
            </p:nvSpPr>
            <p:spPr>
              <a:xfrm>
                <a:off x="4706613" y="350473"/>
                <a:ext cx="972300" cy="1218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Wild Order</a:t>
                </a:r>
                <a:endParaRPr b="1" sz="800"/>
              </a:p>
            </p:txBody>
          </p:sp>
        </p:grpSp>
      </p:grpSp>
      <p:sp>
        <p:nvSpPr>
          <p:cNvPr id="778" name="Google Shape;778;p20"/>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grpSp>
        <p:nvGrpSpPr>
          <p:cNvPr id="779" name="Google Shape;779;p20"/>
          <p:cNvGrpSpPr/>
          <p:nvPr/>
        </p:nvGrpSpPr>
        <p:grpSpPr>
          <a:xfrm>
            <a:off x="7190629" y="4120975"/>
            <a:ext cx="640406" cy="150900"/>
            <a:chOff x="6248679" y="4159125"/>
            <a:chExt cx="640406" cy="150900"/>
          </a:xfrm>
        </p:grpSpPr>
        <p:sp>
          <p:nvSpPr>
            <p:cNvPr id="780" name="Google Shape;780;p20"/>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781" name="Google Shape;781;p20"/>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782" name="Google Shape;782;p20"/>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783" name="Google Shape;783;p20"/>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784" name="Google Shape;784;p20"/>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sp>
        <p:nvSpPr>
          <p:cNvPr id="785" name="Google Shape;785;p20"/>
          <p:cNvSpPr/>
          <p:nvPr/>
        </p:nvSpPr>
        <p:spPr>
          <a:xfrm>
            <a:off x="2051835" y="471432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N</a:t>
            </a:r>
            <a:endParaRPr sz="600"/>
          </a:p>
        </p:txBody>
      </p:sp>
      <p:sp>
        <p:nvSpPr>
          <p:cNvPr id="786" name="Google Shape;786;p20"/>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787" name="Google Shape;787;p20"/>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788" name="Google Shape;788;p20"/>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789" name="Google Shape;789;p20"/>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790" name="Google Shape;790;p20"/>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791" name="Google Shape;791;p20"/>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792" name="Google Shape;792;p20"/>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793" name="Google Shape;793;p20"/>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794" name="Google Shape;794;p20"/>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795" name="Google Shape;795;p20"/>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796" name="Google Shape;796;p20"/>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
        <p:nvSpPr>
          <p:cNvPr id="797" name="Google Shape;797;p20"/>
          <p:cNvSpPr txBox="1"/>
          <p:nvPr/>
        </p:nvSpPr>
        <p:spPr>
          <a:xfrm>
            <a:off x="1656087" y="901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rgbClr val="1A1A1B"/>
                </a:solidFill>
              </a:rPr>
              <a:t>Call of the Wild</a:t>
            </a:r>
            <a:endParaRPr b="1"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21"/>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03" name="Google Shape;803;p21"/>
          <p:cNvSpPr/>
          <p:nvPr/>
        </p:nvSpPr>
        <p:spPr>
          <a:xfrm>
            <a:off x="100" y="42799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804" name="Google Shape;804;p21"/>
          <p:cNvSpPr/>
          <p:nvPr/>
        </p:nvSpPr>
        <p:spPr>
          <a:xfrm>
            <a:off x="100" y="85662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805" name="Google Shape;805;p21"/>
          <p:cNvSpPr/>
          <p:nvPr/>
        </p:nvSpPr>
        <p:spPr>
          <a:xfrm>
            <a:off x="100" y="128525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806" name="Google Shape;806;p21"/>
          <p:cNvSpPr/>
          <p:nvPr/>
        </p:nvSpPr>
        <p:spPr>
          <a:xfrm>
            <a:off x="100" y="1713889"/>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807" name="Google Shape;807;p21"/>
          <p:cNvSpPr/>
          <p:nvPr/>
        </p:nvSpPr>
        <p:spPr>
          <a:xfrm>
            <a:off x="100" y="2142520"/>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808" name="Google Shape;808;p21"/>
          <p:cNvSpPr/>
          <p:nvPr/>
        </p:nvSpPr>
        <p:spPr>
          <a:xfrm>
            <a:off x="100" y="2571150"/>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809" name="Google Shape;809;p21"/>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Fighter </a:t>
            </a:r>
            <a:r>
              <a:rPr b="1" lang="en" sz="2400"/>
              <a:t>Class Feat Tree </a:t>
            </a:r>
            <a:r>
              <a:rPr b="1" lang="en" sz="1600"/>
              <a:t>(weapon dependencies)</a:t>
            </a:r>
            <a:endParaRPr b="1" sz="1600"/>
          </a:p>
        </p:txBody>
      </p:sp>
      <p:sp>
        <p:nvSpPr>
          <p:cNvPr id="810" name="Google Shape;810;p21"/>
          <p:cNvSpPr/>
          <p:nvPr/>
        </p:nvSpPr>
        <p:spPr>
          <a:xfrm>
            <a:off x="100" y="2999792"/>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811" name="Google Shape;811;p21"/>
          <p:cNvSpPr/>
          <p:nvPr/>
        </p:nvSpPr>
        <p:spPr>
          <a:xfrm>
            <a:off x="100" y="3428422"/>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812" name="Google Shape;812;p21"/>
          <p:cNvSpPr/>
          <p:nvPr/>
        </p:nvSpPr>
        <p:spPr>
          <a:xfrm>
            <a:off x="100" y="385705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813" name="Google Shape;813;p21"/>
          <p:cNvSpPr/>
          <p:nvPr/>
        </p:nvSpPr>
        <p:spPr>
          <a:xfrm>
            <a:off x="100" y="428568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814" name="Google Shape;814;p21"/>
          <p:cNvSpPr/>
          <p:nvPr/>
        </p:nvSpPr>
        <p:spPr>
          <a:xfrm>
            <a:off x="100" y="471431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
        <p:nvSpPr>
          <p:cNvPr id="815" name="Google Shape;815;p21"/>
          <p:cNvSpPr txBox="1"/>
          <p:nvPr/>
        </p:nvSpPr>
        <p:spPr>
          <a:xfrm>
            <a:off x="3337419" y="472400"/>
            <a:ext cx="8679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Snagging</a:t>
            </a:r>
            <a:endParaRPr b="1" sz="800"/>
          </a:p>
          <a:p>
            <a:pPr indent="0" lvl="0" marL="0" rtl="0" algn="ctr">
              <a:spcBef>
                <a:spcPts val="0"/>
              </a:spcBef>
              <a:spcAft>
                <a:spcPts val="0"/>
              </a:spcAft>
              <a:buNone/>
            </a:pPr>
            <a:r>
              <a:rPr b="1" lang="en" sz="800"/>
              <a:t>Strike</a:t>
            </a:r>
            <a:endParaRPr b="1" sz="800"/>
          </a:p>
        </p:txBody>
      </p:sp>
      <p:sp>
        <p:nvSpPr>
          <p:cNvPr id="816" name="Google Shape;816;p21"/>
          <p:cNvSpPr txBox="1"/>
          <p:nvPr/>
        </p:nvSpPr>
        <p:spPr>
          <a:xfrm>
            <a:off x="6420806" y="472420"/>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Reactive</a:t>
            </a:r>
            <a:endParaRPr b="1" sz="800"/>
          </a:p>
          <a:p>
            <a:pPr indent="0" lvl="0" marL="0" rtl="0" algn="ctr">
              <a:spcBef>
                <a:spcPts val="0"/>
              </a:spcBef>
              <a:spcAft>
                <a:spcPts val="0"/>
              </a:spcAft>
              <a:buNone/>
            </a:pPr>
            <a:r>
              <a:rPr b="1" lang="en" sz="800"/>
              <a:t>Shield</a:t>
            </a:r>
            <a:endParaRPr b="1" sz="800"/>
          </a:p>
        </p:txBody>
      </p:sp>
      <p:sp>
        <p:nvSpPr>
          <p:cNvPr id="817" name="Google Shape;817;p21"/>
          <p:cNvSpPr txBox="1"/>
          <p:nvPr/>
        </p:nvSpPr>
        <p:spPr>
          <a:xfrm>
            <a:off x="2392223" y="472425"/>
            <a:ext cx="867900" cy="3396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Double</a:t>
            </a:r>
            <a:endParaRPr b="1" sz="800"/>
          </a:p>
          <a:p>
            <a:pPr indent="0" lvl="0" marL="0" rtl="0" algn="ctr">
              <a:spcBef>
                <a:spcPts val="0"/>
              </a:spcBef>
              <a:spcAft>
                <a:spcPts val="0"/>
              </a:spcAft>
              <a:buNone/>
            </a:pPr>
            <a:r>
              <a:rPr b="1" lang="en" sz="800"/>
              <a:t>Slice</a:t>
            </a:r>
            <a:endParaRPr b="1" sz="800"/>
          </a:p>
        </p:txBody>
      </p:sp>
      <p:sp>
        <p:nvSpPr>
          <p:cNvPr id="818" name="Google Shape;818;p21"/>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19" name="Google Shape;819;p21"/>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0" name="Google Shape;820;p21"/>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1" name="Google Shape;821;p21"/>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2" name="Google Shape;822;p21"/>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3" name="Google Shape;823;p21"/>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4" name="Google Shape;824;p21"/>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5" name="Google Shape;825;p21"/>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6" name="Google Shape;826;p21"/>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7" name="Google Shape;827;p21"/>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828" name="Google Shape;828;p21"/>
          <p:cNvSpPr txBox="1"/>
          <p:nvPr/>
        </p:nvSpPr>
        <p:spPr>
          <a:xfrm>
            <a:off x="4445438" y="901047"/>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Dueling</a:t>
            </a:r>
            <a:endParaRPr b="1" sz="800"/>
          </a:p>
          <a:p>
            <a:pPr indent="0" lvl="0" marL="0" rtl="0" algn="ctr">
              <a:spcBef>
                <a:spcPts val="0"/>
              </a:spcBef>
              <a:spcAft>
                <a:spcPts val="0"/>
              </a:spcAft>
              <a:buNone/>
            </a:pPr>
            <a:r>
              <a:rPr b="1" lang="en" sz="800"/>
              <a:t>Parry</a:t>
            </a:r>
            <a:endParaRPr b="1" sz="800"/>
          </a:p>
        </p:txBody>
      </p:sp>
      <p:sp>
        <p:nvSpPr>
          <p:cNvPr id="829" name="Google Shape;829;p21"/>
          <p:cNvSpPr txBox="1"/>
          <p:nvPr/>
        </p:nvSpPr>
        <p:spPr>
          <a:xfrm>
            <a:off x="3337419" y="901022"/>
            <a:ext cx="867900" cy="3396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Combat</a:t>
            </a:r>
            <a:endParaRPr b="1" sz="800"/>
          </a:p>
          <a:p>
            <a:pPr indent="0" lvl="0" marL="0" rtl="0" algn="ctr">
              <a:spcBef>
                <a:spcPts val="0"/>
              </a:spcBef>
              <a:spcAft>
                <a:spcPts val="0"/>
              </a:spcAft>
              <a:buNone/>
            </a:pPr>
            <a:r>
              <a:rPr b="1" lang="en" sz="800"/>
              <a:t>Grab</a:t>
            </a:r>
            <a:endParaRPr b="1" sz="800"/>
          </a:p>
        </p:txBody>
      </p:sp>
      <p:sp>
        <p:nvSpPr>
          <p:cNvPr id="830" name="Google Shape;830;p21"/>
          <p:cNvSpPr txBox="1"/>
          <p:nvPr/>
        </p:nvSpPr>
        <p:spPr>
          <a:xfrm>
            <a:off x="6420806" y="901042"/>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Aggressive</a:t>
            </a:r>
            <a:endParaRPr b="1" sz="800"/>
          </a:p>
          <a:p>
            <a:pPr indent="0" lvl="0" marL="0" rtl="0" algn="ctr">
              <a:spcBef>
                <a:spcPts val="0"/>
              </a:spcBef>
              <a:spcAft>
                <a:spcPts val="0"/>
              </a:spcAft>
              <a:buNone/>
            </a:pPr>
            <a:r>
              <a:rPr b="1" lang="en" sz="800"/>
              <a:t>Block</a:t>
            </a:r>
            <a:endParaRPr b="1" sz="800"/>
          </a:p>
        </p:txBody>
      </p:sp>
      <p:sp>
        <p:nvSpPr>
          <p:cNvPr id="831" name="Google Shape;831;p21"/>
          <p:cNvSpPr txBox="1"/>
          <p:nvPr/>
        </p:nvSpPr>
        <p:spPr>
          <a:xfrm>
            <a:off x="8206829" y="901046"/>
            <a:ext cx="867900" cy="339600"/>
          </a:xfrm>
          <a:prstGeom prst="rect">
            <a:avLst/>
          </a:prstGeom>
          <a:solidFill>
            <a:srgbClr val="CC4125"/>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Brutish</a:t>
            </a:r>
            <a:endParaRPr b="1" sz="800"/>
          </a:p>
          <a:p>
            <a:pPr indent="0" lvl="0" marL="0" rtl="0" algn="ctr">
              <a:spcBef>
                <a:spcPts val="0"/>
              </a:spcBef>
              <a:spcAft>
                <a:spcPts val="0"/>
              </a:spcAft>
              <a:buNone/>
            </a:pPr>
            <a:r>
              <a:rPr b="1" lang="en" sz="800"/>
              <a:t>Shove</a:t>
            </a:r>
            <a:endParaRPr b="1" sz="800"/>
          </a:p>
        </p:txBody>
      </p:sp>
      <p:sp>
        <p:nvSpPr>
          <p:cNvPr id="832" name="Google Shape;832;p21"/>
          <p:cNvSpPr txBox="1"/>
          <p:nvPr/>
        </p:nvSpPr>
        <p:spPr>
          <a:xfrm>
            <a:off x="4443652" y="1758304"/>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Guardian’s</a:t>
            </a:r>
            <a:endParaRPr b="1" sz="800"/>
          </a:p>
          <a:p>
            <a:pPr indent="0" lvl="0" marL="0" rtl="0" algn="ctr">
              <a:spcBef>
                <a:spcPts val="0"/>
              </a:spcBef>
              <a:spcAft>
                <a:spcPts val="0"/>
              </a:spcAft>
              <a:buNone/>
            </a:pPr>
            <a:r>
              <a:rPr b="1" lang="en" sz="800"/>
              <a:t>Deflection</a:t>
            </a:r>
            <a:endParaRPr b="1" sz="800"/>
          </a:p>
        </p:txBody>
      </p:sp>
      <p:sp>
        <p:nvSpPr>
          <p:cNvPr id="833" name="Google Shape;833;p21"/>
          <p:cNvSpPr txBox="1"/>
          <p:nvPr/>
        </p:nvSpPr>
        <p:spPr>
          <a:xfrm>
            <a:off x="6419020" y="1758299"/>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Reflexive</a:t>
            </a:r>
            <a:endParaRPr b="1" sz="800"/>
          </a:p>
          <a:p>
            <a:pPr indent="0" lvl="0" marL="0" rtl="0" algn="ctr">
              <a:spcBef>
                <a:spcPts val="0"/>
              </a:spcBef>
              <a:spcAft>
                <a:spcPts val="0"/>
              </a:spcAft>
              <a:buNone/>
            </a:pPr>
            <a:r>
              <a:rPr b="1" lang="en" sz="800"/>
              <a:t>Shield</a:t>
            </a:r>
            <a:endParaRPr b="1" sz="800"/>
          </a:p>
        </p:txBody>
      </p:sp>
      <p:sp>
        <p:nvSpPr>
          <p:cNvPr id="834" name="Google Shape;834;p21"/>
          <p:cNvSpPr txBox="1"/>
          <p:nvPr/>
        </p:nvSpPr>
        <p:spPr>
          <a:xfrm>
            <a:off x="5394132" y="1758279"/>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a:t>
            </a:r>
            <a:endParaRPr b="1" sz="800"/>
          </a:p>
          <a:p>
            <a:pPr indent="0" lvl="0" marL="0" rtl="0" algn="ctr">
              <a:spcBef>
                <a:spcPts val="0"/>
              </a:spcBef>
              <a:spcAft>
                <a:spcPts val="0"/>
              </a:spcAft>
              <a:buNone/>
            </a:pPr>
            <a:r>
              <a:rPr b="1" lang="en" sz="800"/>
              <a:t>Warden</a:t>
            </a:r>
            <a:endParaRPr b="1" sz="800"/>
          </a:p>
        </p:txBody>
      </p:sp>
      <p:sp>
        <p:nvSpPr>
          <p:cNvPr id="835" name="Google Shape;835;p21"/>
          <p:cNvSpPr txBox="1"/>
          <p:nvPr/>
        </p:nvSpPr>
        <p:spPr>
          <a:xfrm>
            <a:off x="4443652" y="1329682"/>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Dual-handed</a:t>
            </a:r>
            <a:endParaRPr b="1" sz="800"/>
          </a:p>
          <a:p>
            <a:pPr indent="0" lvl="0" marL="0" rtl="0" algn="ctr">
              <a:spcBef>
                <a:spcPts val="0"/>
              </a:spcBef>
              <a:spcAft>
                <a:spcPts val="0"/>
              </a:spcAft>
              <a:buNone/>
            </a:pPr>
            <a:r>
              <a:rPr b="1" lang="en" sz="800"/>
              <a:t>Assault</a:t>
            </a:r>
            <a:endParaRPr b="1" sz="800"/>
          </a:p>
        </p:txBody>
      </p:sp>
      <p:sp>
        <p:nvSpPr>
          <p:cNvPr id="836" name="Google Shape;836;p21"/>
          <p:cNvSpPr txBox="1"/>
          <p:nvPr/>
        </p:nvSpPr>
        <p:spPr>
          <a:xfrm>
            <a:off x="4443652" y="2186926"/>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Dueling</a:t>
            </a:r>
            <a:endParaRPr b="1" sz="800"/>
          </a:p>
          <a:p>
            <a:pPr indent="0" lvl="0" marL="0" rtl="0" algn="ctr">
              <a:spcBef>
                <a:spcPts val="0"/>
              </a:spcBef>
              <a:spcAft>
                <a:spcPts val="0"/>
              </a:spcAft>
              <a:buNone/>
            </a:pPr>
            <a:r>
              <a:rPr b="1" lang="en" sz="800"/>
              <a:t>Riposte</a:t>
            </a:r>
            <a:endParaRPr b="1" sz="800"/>
          </a:p>
        </p:txBody>
      </p:sp>
      <p:sp>
        <p:nvSpPr>
          <p:cNvPr id="837" name="Google Shape;837;p21"/>
          <p:cNvSpPr txBox="1"/>
          <p:nvPr/>
        </p:nvSpPr>
        <p:spPr>
          <a:xfrm>
            <a:off x="7030856" y="2186921"/>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Quick</a:t>
            </a:r>
            <a:endParaRPr b="1" sz="800"/>
          </a:p>
          <a:p>
            <a:pPr indent="0" lvl="0" marL="0" rtl="0" algn="ctr">
              <a:spcBef>
                <a:spcPts val="0"/>
              </a:spcBef>
              <a:spcAft>
                <a:spcPts val="0"/>
              </a:spcAft>
              <a:buNone/>
            </a:pPr>
            <a:r>
              <a:rPr b="1" lang="en" sz="800"/>
              <a:t>Shield Block</a:t>
            </a:r>
            <a:endParaRPr b="1" sz="800"/>
          </a:p>
        </p:txBody>
      </p:sp>
      <p:sp>
        <p:nvSpPr>
          <p:cNvPr id="838" name="Google Shape;838;p21"/>
          <p:cNvSpPr txBox="1"/>
          <p:nvPr/>
        </p:nvSpPr>
        <p:spPr>
          <a:xfrm>
            <a:off x="8205044" y="2186924"/>
            <a:ext cx="867900" cy="339600"/>
          </a:xfrm>
          <a:prstGeom prst="rect">
            <a:avLst/>
          </a:prstGeom>
          <a:solidFill>
            <a:srgbClr val="CC4125"/>
          </a:solidFill>
          <a:ln cap="flat" cmpd="sng" w="19050">
            <a:solidFill>
              <a:srgbClr val="000000"/>
            </a:solidFill>
            <a:prstDash val="solid"/>
            <a:round/>
            <a:headEnd len="sm" w="sm" type="none"/>
            <a:tailEnd len="sm" w="sm" type="none"/>
          </a:ln>
        </p:spPr>
        <p:txBody>
          <a:bodyPr anchorCtr="0" anchor="ctr" bIns="9125" lIns="9125" spcFirstLastPara="1" rIns="292600" wrap="square" tIns="9125">
            <a:noAutofit/>
          </a:bodyPr>
          <a:lstStyle/>
          <a:p>
            <a:pPr indent="0" lvl="0" marL="0" rtl="0" algn="ctr">
              <a:spcBef>
                <a:spcPts val="0"/>
              </a:spcBef>
              <a:spcAft>
                <a:spcPts val="0"/>
              </a:spcAft>
              <a:buNone/>
            </a:pPr>
            <a:r>
              <a:rPr b="1" lang="en" sz="800"/>
              <a:t>Positioning</a:t>
            </a:r>
            <a:endParaRPr b="1" sz="800"/>
          </a:p>
          <a:p>
            <a:pPr indent="0" lvl="0" marL="0" rtl="0" algn="ctr">
              <a:spcBef>
                <a:spcPts val="0"/>
              </a:spcBef>
              <a:spcAft>
                <a:spcPts val="0"/>
              </a:spcAft>
              <a:buNone/>
            </a:pPr>
            <a:r>
              <a:rPr b="1" lang="en" sz="800"/>
              <a:t>Assault</a:t>
            </a:r>
            <a:endParaRPr b="1" sz="800"/>
          </a:p>
        </p:txBody>
      </p:sp>
      <p:sp>
        <p:nvSpPr>
          <p:cNvPr id="839" name="Google Shape;839;p21"/>
          <p:cNvSpPr txBox="1"/>
          <p:nvPr/>
        </p:nvSpPr>
        <p:spPr>
          <a:xfrm>
            <a:off x="4444545" y="2615573"/>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Disarming</a:t>
            </a:r>
            <a:endParaRPr b="1" sz="800"/>
          </a:p>
          <a:p>
            <a:pPr indent="0" lvl="0" marL="0" rtl="0" algn="ctr">
              <a:spcBef>
                <a:spcPts val="0"/>
              </a:spcBef>
              <a:spcAft>
                <a:spcPts val="0"/>
              </a:spcAft>
              <a:buNone/>
            </a:pPr>
            <a:r>
              <a:rPr b="1" lang="en" sz="800"/>
              <a:t>Twist</a:t>
            </a:r>
            <a:endParaRPr b="1" sz="800"/>
          </a:p>
        </p:txBody>
      </p:sp>
      <p:sp>
        <p:nvSpPr>
          <p:cNvPr id="840" name="Google Shape;840;p21"/>
          <p:cNvSpPr txBox="1"/>
          <p:nvPr/>
        </p:nvSpPr>
        <p:spPr>
          <a:xfrm>
            <a:off x="7030856" y="2615581"/>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Mirror</a:t>
            </a:r>
            <a:endParaRPr b="1" sz="800"/>
          </a:p>
          <a:p>
            <a:pPr indent="0" lvl="0" marL="0" rtl="0" algn="ctr">
              <a:spcBef>
                <a:spcPts val="0"/>
              </a:spcBef>
              <a:spcAft>
                <a:spcPts val="0"/>
              </a:spcAft>
              <a:buNone/>
            </a:pPr>
            <a:r>
              <a:rPr b="1" lang="en" sz="800"/>
              <a:t>Shield</a:t>
            </a:r>
            <a:endParaRPr b="1" sz="800"/>
          </a:p>
        </p:txBody>
      </p:sp>
      <p:sp>
        <p:nvSpPr>
          <p:cNvPr id="841" name="Google Shape;841;p21"/>
          <p:cNvSpPr txBox="1"/>
          <p:nvPr/>
        </p:nvSpPr>
        <p:spPr>
          <a:xfrm>
            <a:off x="8205937" y="2615571"/>
            <a:ext cx="867900" cy="339600"/>
          </a:xfrm>
          <a:prstGeom prst="rect">
            <a:avLst/>
          </a:prstGeom>
          <a:solidFill>
            <a:srgbClr val="CC4125"/>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Brutal</a:t>
            </a:r>
            <a:endParaRPr b="1" sz="800"/>
          </a:p>
          <a:p>
            <a:pPr indent="0" lvl="0" marL="0" rtl="0" algn="ctr">
              <a:spcBef>
                <a:spcPts val="0"/>
              </a:spcBef>
              <a:spcAft>
                <a:spcPts val="0"/>
              </a:spcAft>
              <a:buNone/>
            </a:pPr>
            <a:r>
              <a:rPr b="1" lang="en" sz="800"/>
              <a:t>Finish</a:t>
            </a:r>
            <a:endParaRPr b="1" sz="800"/>
          </a:p>
        </p:txBody>
      </p:sp>
      <p:sp>
        <p:nvSpPr>
          <p:cNvPr id="842" name="Google Shape;842;p21"/>
          <p:cNvSpPr txBox="1"/>
          <p:nvPr/>
        </p:nvSpPr>
        <p:spPr>
          <a:xfrm>
            <a:off x="2391330" y="2615573"/>
            <a:ext cx="867900" cy="3396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Twin</a:t>
            </a:r>
            <a:endParaRPr b="1" sz="800"/>
          </a:p>
          <a:p>
            <a:pPr indent="0" lvl="0" marL="0" rtl="0" algn="ctr">
              <a:spcBef>
                <a:spcPts val="0"/>
              </a:spcBef>
              <a:spcAft>
                <a:spcPts val="0"/>
              </a:spcAft>
              <a:buNone/>
            </a:pPr>
            <a:r>
              <a:rPr b="1" lang="en" sz="800"/>
              <a:t>Riposte</a:t>
            </a:r>
            <a:endParaRPr b="1" sz="800"/>
          </a:p>
        </p:txBody>
      </p:sp>
      <p:sp>
        <p:nvSpPr>
          <p:cNvPr id="843" name="Google Shape;843;p21"/>
          <p:cNvSpPr txBox="1"/>
          <p:nvPr/>
        </p:nvSpPr>
        <p:spPr>
          <a:xfrm>
            <a:off x="4444545" y="3044195"/>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Dueling</a:t>
            </a:r>
            <a:endParaRPr b="1" sz="800"/>
          </a:p>
          <a:p>
            <a:pPr indent="0" lvl="0" marL="0" rtl="0" algn="ctr">
              <a:spcBef>
                <a:spcPts val="0"/>
              </a:spcBef>
              <a:spcAft>
                <a:spcPts val="0"/>
              </a:spcAft>
              <a:buNone/>
            </a:pPr>
            <a:r>
              <a:rPr b="1" lang="en" sz="800"/>
              <a:t>Dance</a:t>
            </a:r>
            <a:endParaRPr b="1" sz="800"/>
          </a:p>
        </p:txBody>
      </p:sp>
      <p:sp>
        <p:nvSpPr>
          <p:cNvPr id="844" name="Google Shape;844;p21"/>
          <p:cNvSpPr txBox="1"/>
          <p:nvPr/>
        </p:nvSpPr>
        <p:spPr>
          <a:xfrm>
            <a:off x="5853203" y="3044195"/>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a:t>
            </a:r>
            <a:endParaRPr b="1" sz="800"/>
          </a:p>
          <a:p>
            <a:pPr indent="0" lvl="0" marL="0" rtl="0" algn="ctr">
              <a:spcBef>
                <a:spcPts val="0"/>
              </a:spcBef>
              <a:spcAft>
                <a:spcPts val="0"/>
              </a:spcAft>
              <a:buNone/>
            </a:pPr>
            <a:r>
              <a:rPr b="1" lang="en" sz="800"/>
              <a:t>Dueling Riposte</a:t>
            </a:r>
            <a:endParaRPr b="1" sz="800"/>
          </a:p>
        </p:txBody>
      </p:sp>
      <p:sp>
        <p:nvSpPr>
          <p:cNvPr id="845" name="Google Shape;845;p21"/>
          <p:cNvSpPr txBox="1"/>
          <p:nvPr/>
        </p:nvSpPr>
        <p:spPr>
          <a:xfrm>
            <a:off x="7030856" y="3044203"/>
            <a:ext cx="867900" cy="339600"/>
          </a:xfrm>
          <a:prstGeom prst="rect">
            <a:avLst/>
          </a:prstGeom>
          <a:solidFill>
            <a:srgbClr val="B4A7D6"/>
          </a:solidFill>
          <a:ln cap="flat" cmpd="sng" w="28575">
            <a:solidFill>
              <a:srgbClr val="FF00FF"/>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Paragon’s</a:t>
            </a:r>
            <a:endParaRPr b="1" sz="800"/>
          </a:p>
          <a:p>
            <a:pPr indent="0" lvl="0" marL="0" rtl="0" algn="ctr">
              <a:spcBef>
                <a:spcPts val="0"/>
              </a:spcBef>
              <a:spcAft>
                <a:spcPts val="0"/>
              </a:spcAft>
              <a:buNone/>
            </a:pPr>
            <a:r>
              <a:rPr b="1" lang="en" sz="800"/>
              <a:t>Guard</a:t>
            </a:r>
            <a:endParaRPr b="1" sz="800"/>
          </a:p>
        </p:txBody>
      </p:sp>
      <p:sp>
        <p:nvSpPr>
          <p:cNvPr id="846" name="Google Shape;846;p21"/>
          <p:cNvSpPr txBox="1"/>
          <p:nvPr/>
        </p:nvSpPr>
        <p:spPr>
          <a:xfrm>
            <a:off x="7030852" y="3901459"/>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a:t>
            </a:r>
            <a:endParaRPr b="1" sz="800"/>
          </a:p>
          <a:p>
            <a:pPr indent="0" lvl="0" marL="0" rtl="0" algn="ctr">
              <a:spcBef>
                <a:spcPts val="0"/>
              </a:spcBef>
              <a:spcAft>
                <a:spcPts val="0"/>
              </a:spcAft>
              <a:buNone/>
            </a:pPr>
            <a:r>
              <a:rPr b="1" lang="en" sz="800"/>
              <a:t>Reflexive Shield</a:t>
            </a:r>
            <a:endParaRPr b="1" sz="800"/>
          </a:p>
        </p:txBody>
      </p:sp>
      <p:sp>
        <p:nvSpPr>
          <p:cNvPr id="847" name="Google Shape;847;p21"/>
          <p:cNvSpPr txBox="1"/>
          <p:nvPr/>
        </p:nvSpPr>
        <p:spPr>
          <a:xfrm>
            <a:off x="855575" y="3901451"/>
            <a:ext cx="867900" cy="3396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Twinned</a:t>
            </a:r>
            <a:endParaRPr b="1" sz="800"/>
          </a:p>
          <a:p>
            <a:pPr indent="0" lvl="0" marL="0" rtl="0" algn="ctr">
              <a:spcBef>
                <a:spcPts val="0"/>
              </a:spcBef>
              <a:spcAft>
                <a:spcPts val="0"/>
              </a:spcAft>
              <a:buNone/>
            </a:pPr>
            <a:r>
              <a:rPr b="1" lang="en" sz="800"/>
              <a:t>Defense</a:t>
            </a:r>
            <a:endParaRPr b="1" sz="800"/>
          </a:p>
        </p:txBody>
      </p:sp>
      <p:sp>
        <p:nvSpPr>
          <p:cNvPr id="848" name="Google Shape;848;p21"/>
          <p:cNvSpPr txBox="1"/>
          <p:nvPr/>
        </p:nvSpPr>
        <p:spPr>
          <a:xfrm>
            <a:off x="1845233" y="3901451"/>
            <a:ext cx="867900" cy="339600"/>
          </a:xfrm>
          <a:prstGeom prst="rect">
            <a:avLst/>
          </a:prstGeom>
          <a:solidFill>
            <a:srgbClr val="EA9999"/>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Graceful</a:t>
            </a:r>
            <a:endParaRPr b="1" sz="800"/>
          </a:p>
          <a:p>
            <a:pPr indent="0" lvl="0" marL="0" rtl="0" algn="ctr">
              <a:spcBef>
                <a:spcPts val="0"/>
              </a:spcBef>
              <a:spcAft>
                <a:spcPts val="0"/>
              </a:spcAft>
              <a:buNone/>
            </a:pPr>
            <a:r>
              <a:rPr b="1" lang="en" sz="800"/>
              <a:t>Poise</a:t>
            </a:r>
            <a:endParaRPr b="1" sz="800"/>
          </a:p>
        </p:txBody>
      </p:sp>
      <p:sp>
        <p:nvSpPr>
          <p:cNvPr id="849" name="Google Shape;849;p21"/>
          <p:cNvSpPr txBox="1"/>
          <p:nvPr/>
        </p:nvSpPr>
        <p:spPr>
          <a:xfrm>
            <a:off x="4442759" y="3472829"/>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Guiding</a:t>
            </a:r>
            <a:endParaRPr b="1" sz="800"/>
          </a:p>
          <a:p>
            <a:pPr indent="0" lvl="0" marL="0" rtl="0" algn="ctr">
              <a:spcBef>
                <a:spcPts val="0"/>
              </a:spcBef>
              <a:spcAft>
                <a:spcPts val="0"/>
              </a:spcAft>
              <a:buNone/>
            </a:pPr>
            <a:r>
              <a:rPr b="1" lang="en" sz="800"/>
              <a:t>Finish</a:t>
            </a:r>
            <a:endParaRPr b="1" sz="800"/>
          </a:p>
        </p:txBody>
      </p:sp>
      <p:sp>
        <p:nvSpPr>
          <p:cNvPr id="850" name="Google Shape;850;p21"/>
          <p:cNvSpPr txBox="1"/>
          <p:nvPr/>
        </p:nvSpPr>
        <p:spPr>
          <a:xfrm>
            <a:off x="2792022" y="3472840"/>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a:t>
            </a:r>
            <a:endParaRPr b="1" sz="800"/>
          </a:p>
          <a:p>
            <a:pPr indent="0" lvl="0" marL="0" rtl="0" algn="ctr">
              <a:spcBef>
                <a:spcPts val="0"/>
              </a:spcBef>
              <a:spcAft>
                <a:spcPts val="0"/>
              </a:spcAft>
              <a:buNone/>
            </a:pPr>
            <a:r>
              <a:rPr b="1" lang="en" sz="800"/>
              <a:t>Twin Riposte</a:t>
            </a:r>
            <a:endParaRPr b="1" sz="800"/>
          </a:p>
        </p:txBody>
      </p:sp>
      <p:sp>
        <p:nvSpPr>
          <p:cNvPr id="851" name="Google Shape;851;p21"/>
          <p:cNvSpPr txBox="1"/>
          <p:nvPr/>
        </p:nvSpPr>
        <p:spPr>
          <a:xfrm>
            <a:off x="5364377" y="3472829"/>
            <a:ext cx="867900" cy="3396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Guiding</a:t>
            </a:r>
            <a:endParaRPr b="1" sz="800"/>
          </a:p>
          <a:p>
            <a:pPr indent="0" lvl="0" marL="0" rtl="0" algn="ctr">
              <a:spcBef>
                <a:spcPts val="0"/>
              </a:spcBef>
              <a:spcAft>
                <a:spcPts val="0"/>
              </a:spcAft>
              <a:buNone/>
            </a:pPr>
            <a:r>
              <a:rPr b="1" lang="en" sz="800"/>
              <a:t>Riposte</a:t>
            </a:r>
            <a:endParaRPr b="1" sz="800"/>
          </a:p>
        </p:txBody>
      </p:sp>
      <p:sp>
        <p:nvSpPr>
          <p:cNvPr id="852" name="Google Shape;852;p21"/>
          <p:cNvSpPr txBox="1"/>
          <p:nvPr/>
        </p:nvSpPr>
        <p:spPr>
          <a:xfrm>
            <a:off x="1346478" y="3472842"/>
            <a:ext cx="867900" cy="3396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Two-Weapon</a:t>
            </a:r>
            <a:endParaRPr b="1" sz="800"/>
          </a:p>
          <a:p>
            <a:pPr indent="0" lvl="0" marL="0" rtl="0" algn="ctr">
              <a:spcBef>
                <a:spcPts val="0"/>
              </a:spcBef>
              <a:spcAft>
                <a:spcPts val="0"/>
              </a:spcAft>
              <a:buNone/>
            </a:pPr>
            <a:r>
              <a:rPr b="1" lang="en" sz="800"/>
              <a:t>Flurry</a:t>
            </a:r>
            <a:endParaRPr b="1" sz="800"/>
          </a:p>
        </p:txBody>
      </p:sp>
      <p:sp>
        <p:nvSpPr>
          <p:cNvPr id="853" name="Google Shape;853;p21"/>
          <p:cNvSpPr txBox="1"/>
          <p:nvPr/>
        </p:nvSpPr>
        <p:spPr>
          <a:xfrm>
            <a:off x="6420806" y="1329677"/>
            <a:ext cx="867900" cy="3396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a:t>
            </a:r>
            <a:endParaRPr b="1" sz="800"/>
          </a:p>
          <a:p>
            <a:pPr indent="0" lvl="0" marL="0" rtl="0" algn="ctr">
              <a:spcBef>
                <a:spcPts val="0"/>
              </a:spcBef>
              <a:spcAft>
                <a:spcPts val="0"/>
              </a:spcAft>
              <a:buNone/>
            </a:pPr>
            <a:r>
              <a:rPr b="1" lang="en" sz="800"/>
              <a:t>Stride</a:t>
            </a:r>
            <a:endParaRPr b="1" sz="800"/>
          </a:p>
        </p:txBody>
      </p:sp>
      <p:sp>
        <p:nvSpPr>
          <p:cNvPr id="854" name="Google Shape;854;p21"/>
          <p:cNvSpPr txBox="1"/>
          <p:nvPr/>
        </p:nvSpPr>
        <p:spPr>
          <a:xfrm>
            <a:off x="2388696" y="1329682"/>
            <a:ext cx="867900" cy="3396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Twin</a:t>
            </a:r>
            <a:endParaRPr b="1" sz="800"/>
          </a:p>
          <a:p>
            <a:pPr indent="0" lvl="0" marL="0" rtl="0" algn="ctr">
              <a:spcBef>
                <a:spcPts val="0"/>
              </a:spcBef>
              <a:spcAft>
                <a:spcPts val="0"/>
              </a:spcAft>
              <a:buNone/>
            </a:pPr>
            <a:r>
              <a:rPr b="1" lang="en" sz="800"/>
              <a:t>Parry</a:t>
            </a:r>
            <a:endParaRPr b="1" sz="800"/>
          </a:p>
        </p:txBody>
      </p:sp>
      <p:cxnSp>
        <p:nvCxnSpPr>
          <p:cNvPr id="855" name="Google Shape;855;p21"/>
          <p:cNvCxnSpPr>
            <a:stCxn id="828" idx="1"/>
            <a:endCxn id="836" idx="1"/>
          </p:cNvCxnSpPr>
          <p:nvPr/>
        </p:nvCxnSpPr>
        <p:spPr>
          <a:xfrm flipH="1">
            <a:off x="4443638" y="1070847"/>
            <a:ext cx="1800" cy="1285800"/>
          </a:xfrm>
          <a:prstGeom prst="bentConnector3">
            <a:avLst>
              <a:gd fmla="val 9235421" name="adj1"/>
            </a:avLst>
          </a:prstGeom>
          <a:noFill/>
          <a:ln cap="flat" cmpd="sng" w="19050">
            <a:solidFill>
              <a:srgbClr val="000000"/>
            </a:solidFill>
            <a:prstDash val="solid"/>
            <a:round/>
            <a:headEnd len="med" w="med" type="none"/>
            <a:tailEnd len="med" w="med" type="triangle"/>
          </a:ln>
        </p:spPr>
      </p:cxnSp>
      <p:cxnSp>
        <p:nvCxnSpPr>
          <p:cNvPr id="856" name="Google Shape;856;p21"/>
          <p:cNvCxnSpPr>
            <a:stCxn id="816" idx="3"/>
            <a:endCxn id="837" idx="0"/>
          </p:cNvCxnSpPr>
          <p:nvPr/>
        </p:nvCxnSpPr>
        <p:spPr>
          <a:xfrm>
            <a:off x="7288706" y="642220"/>
            <a:ext cx="176100" cy="1544700"/>
          </a:xfrm>
          <a:prstGeom prst="bentConnector2">
            <a:avLst/>
          </a:prstGeom>
          <a:noFill/>
          <a:ln cap="flat" cmpd="sng" w="19050">
            <a:solidFill>
              <a:srgbClr val="000000"/>
            </a:solidFill>
            <a:prstDash val="solid"/>
            <a:round/>
            <a:headEnd len="med" w="med" type="none"/>
            <a:tailEnd len="med" w="med" type="triangle"/>
          </a:ln>
        </p:spPr>
      </p:cxnSp>
      <p:cxnSp>
        <p:nvCxnSpPr>
          <p:cNvPr id="857" name="Google Shape;857;p21"/>
          <p:cNvCxnSpPr>
            <a:stCxn id="854" idx="2"/>
            <a:endCxn id="842" idx="0"/>
          </p:cNvCxnSpPr>
          <p:nvPr/>
        </p:nvCxnSpPr>
        <p:spPr>
          <a:xfrm flipH="1" rot="-5400000">
            <a:off x="2350896" y="2141032"/>
            <a:ext cx="946200" cy="27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858" name="Google Shape;858;p21"/>
          <p:cNvCxnSpPr>
            <a:stCxn id="828" idx="1"/>
            <a:endCxn id="843" idx="1"/>
          </p:cNvCxnSpPr>
          <p:nvPr/>
        </p:nvCxnSpPr>
        <p:spPr>
          <a:xfrm flipH="1">
            <a:off x="4444538" y="1070847"/>
            <a:ext cx="900" cy="2143200"/>
          </a:xfrm>
          <a:prstGeom prst="bentConnector3">
            <a:avLst>
              <a:gd fmla="val 18470843" name="adj1"/>
            </a:avLst>
          </a:prstGeom>
          <a:noFill/>
          <a:ln cap="flat" cmpd="sng" w="19050">
            <a:solidFill>
              <a:srgbClr val="000000"/>
            </a:solidFill>
            <a:prstDash val="solid"/>
            <a:round/>
            <a:headEnd len="med" w="med" type="none"/>
            <a:tailEnd len="med" w="med" type="triangle"/>
          </a:ln>
        </p:spPr>
      </p:cxnSp>
      <p:cxnSp>
        <p:nvCxnSpPr>
          <p:cNvPr id="859" name="Google Shape;859;p21"/>
          <p:cNvCxnSpPr>
            <a:stCxn id="836" idx="3"/>
            <a:endCxn id="844" idx="0"/>
          </p:cNvCxnSpPr>
          <p:nvPr/>
        </p:nvCxnSpPr>
        <p:spPr>
          <a:xfrm>
            <a:off x="5311552" y="2356726"/>
            <a:ext cx="975600" cy="687600"/>
          </a:xfrm>
          <a:prstGeom prst="bentConnector2">
            <a:avLst/>
          </a:prstGeom>
          <a:noFill/>
          <a:ln cap="flat" cmpd="sng" w="19050">
            <a:solidFill>
              <a:srgbClr val="000000"/>
            </a:solidFill>
            <a:prstDash val="solid"/>
            <a:round/>
            <a:headEnd len="med" w="med" type="none"/>
            <a:tailEnd len="med" w="med" type="triangle"/>
          </a:ln>
        </p:spPr>
      </p:cxnSp>
      <p:cxnSp>
        <p:nvCxnSpPr>
          <p:cNvPr id="860" name="Google Shape;860;p21"/>
          <p:cNvCxnSpPr>
            <a:stCxn id="842" idx="3"/>
            <a:endCxn id="850" idx="0"/>
          </p:cNvCxnSpPr>
          <p:nvPr/>
        </p:nvCxnSpPr>
        <p:spPr>
          <a:xfrm flipH="1">
            <a:off x="3225930" y="2785373"/>
            <a:ext cx="33300" cy="687600"/>
          </a:xfrm>
          <a:prstGeom prst="bentConnector4">
            <a:avLst>
              <a:gd fmla="val -715090" name="adj1"/>
              <a:gd fmla="val 62338" name="adj2"/>
            </a:avLst>
          </a:prstGeom>
          <a:noFill/>
          <a:ln cap="flat" cmpd="sng" w="19050">
            <a:solidFill>
              <a:srgbClr val="000000"/>
            </a:solidFill>
            <a:prstDash val="solid"/>
            <a:round/>
            <a:headEnd len="med" w="med" type="none"/>
            <a:tailEnd len="med" w="med" type="triangle"/>
          </a:ln>
        </p:spPr>
      </p:cxnSp>
      <p:cxnSp>
        <p:nvCxnSpPr>
          <p:cNvPr id="861" name="Google Shape;861;p21"/>
          <p:cNvCxnSpPr>
            <a:stCxn id="836" idx="3"/>
            <a:endCxn id="851" idx="0"/>
          </p:cNvCxnSpPr>
          <p:nvPr/>
        </p:nvCxnSpPr>
        <p:spPr>
          <a:xfrm>
            <a:off x="5311552" y="2356726"/>
            <a:ext cx="486900" cy="1116000"/>
          </a:xfrm>
          <a:prstGeom prst="bentConnector2">
            <a:avLst/>
          </a:prstGeom>
          <a:noFill/>
          <a:ln cap="flat" cmpd="sng" w="19050">
            <a:solidFill>
              <a:srgbClr val="000000"/>
            </a:solidFill>
            <a:prstDash val="solid"/>
            <a:round/>
            <a:headEnd len="med" w="med" type="none"/>
            <a:tailEnd len="med" w="med" type="triangle"/>
          </a:ln>
        </p:spPr>
      </p:cxnSp>
      <p:cxnSp>
        <p:nvCxnSpPr>
          <p:cNvPr id="862" name="Google Shape;862;p21"/>
          <p:cNvCxnSpPr>
            <a:stCxn id="817" idx="1"/>
            <a:endCxn id="848" idx="0"/>
          </p:cNvCxnSpPr>
          <p:nvPr/>
        </p:nvCxnSpPr>
        <p:spPr>
          <a:xfrm flipH="1">
            <a:off x="2279123" y="642225"/>
            <a:ext cx="113100" cy="3259200"/>
          </a:xfrm>
          <a:prstGeom prst="bentConnector2">
            <a:avLst/>
          </a:prstGeom>
          <a:noFill/>
          <a:ln cap="flat" cmpd="sng" w="19050">
            <a:solidFill>
              <a:srgbClr val="000000"/>
            </a:solidFill>
            <a:prstDash val="solid"/>
            <a:round/>
            <a:headEnd len="med" w="med" type="none"/>
            <a:tailEnd len="med" w="med" type="triangle"/>
          </a:ln>
        </p:spPr>
      </p:cxnSp>
      <p:cxnSp>
        <p:nvCxnSpPr>
          <p:cNvPr id="863" name="Google Shape;863;p21"/>
          <p:cNvCxnSpPr>
            <a:stCxn id="833" idx="2"/>
            <a:endCxn id="846" idx="1"/>
          </p:cNvCxnSpPr>
          <p:nvPr/>
        </p:nvCxnSpPr>
        <p:spPr>
          <a:xfrm flipH="1" rot="-5400000">
            <a:off x="5955220" y="2995649"/>
            <a:ext cx="1973400" cy="177900"/>
          </a:xfrm>
          <a:prstGeom prst="bentConnector2">
            <a:avLst/>
          </a:prstGeom>
          <a:noFill/>
          <a:ln cap="flat" cmpd="sng" w="19050">
            <a:solidFill>
              <a:srgbClr val="000000"/>
            </a:solidFill>
            <a:prstDash val="solid"/>
            <a:round/>
            <a:headEnd len="med" w="med" type="none"/>
            <a:tailEnd len="med" w="med" type="triangle"/>
          </a:ln>
        </p:spPr>
      </p:cxnSp>
      <p:cxnSp>
        <p:nvCxnSpPr>
          <p:cNvPr id="864" name="Google Shape;864;p21"/>
          <p:cNvCxnSpPr>
            <a:stCxn id="854" idx="1"/>
            <a:endCxn id="847" idx="0"/>
          </p:cNvCxnSpPr>
          <p:nvPr/>
        </p:nvCxnSpPr>
        <p:spPr>
          <a:xfrm flipH="1">
            <a:off x="1289496" y="1499482"/>
            <a:ext cx="1099200" cy="2402100"/>
          </a:xfrm>
          <a:prstGeom prst="bentConnector2">
            <a:avLst/>
          </a:prstGeom>
          <a:noFill/>
          <a:ln cap="flat" cmpd="sng" w="19050">
            <a:solidFill>
              <a:srgbClr val="000000"/>
            </a:solidFill>
            <a:prstDash val="solid"/>
            <a:round/>
            <a:headEnd len="med" w="med" type="none"/>
            <a:tailEnd len="med" w="med" type="triangle"/>
          </a:ln>
        </p:spPr>
      </p:cxnSp>
      <p:sp>
        <p:nvSpPr>
          <p:cNvPr id="865" name="Google Shape;865;p21"/>
          <p:cNvSpPr txBox="1"/>
          <p:nvPr/>
        </p:nvSpPr>
        <p:spPr>
          <a:xfrm>
            <a:off x="3325036" y="3901451"/>
            <a:ext cx="867900" cy="339600"/>
          </a:xfrm>
          <a:prstGeom prst="rect">
            <a:avLst/>
          </a:prstGeom>
          <a:solidFill>
            <a:srgbClr val="B6D7A8"/>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Multishot</a:t>
            </a:r>
            <a:endParaRPr b="1" sz="800"/>
          </a:p>
          <a:p>
            <a:pPr indent="0" lvl="0" marL="0" rtl="0" algn="ctr">
              <a:spcBef>
                <a:spcPts val="0"/>
              </a:spcBef>
              <a:spcAft>
                <a:spcPts val="0"/>
              </a:spcAft>
              <a:buNone/>
            </a:pPr>
            <a:r>
              <a:rPr b="1" lang="en" sz="800"/>
              <a:t>Stance</a:t>
            </a:r>
            <a:endParaRPr b="1" sz="800"/>
          </a:p>
        </p:txBody>
      </p:sp>
      <p:sp>
        <p:nvSpPr>
          <p:cNvPr id="866" name="Google Shape;866;p21"/>
          <p:cNvSpPr txBox="1"/>
          <p:nvPr/>
        </p:nvSpPr>
        <p:spPr>
          <a:xfrm>
            <a:off x="1340437" y="3044167"/>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Incredible</a:t>
            </a:r>
            <a:endParaRPr b="1" sz="800"/>
          </a:p>
          <a:p>
            <a:pPr indent="0" lvl="0" marL="0" rtl="0" algn="ctr">
              <a:spcBef>
                <a:spcPts val="0"/>
              </a:spcBef>
              <a:spcAft>
                <a:spcPts val="0"/>
              </a:spcAft>
              <a:buNone/>
            </a:pPr>
            <a:r>
              <a:rPr b="1" lang="en" sz="800"/>
              <a:t>Ricochet</a:t>
            </a:r>
            <a:endParaRPr b="1" sz="800"/>
          </a:p>
        </p:txBody>
      </p:sp>
      <p:sp>
        <p:nvSpPr>
          <p:cNvPr id="867" name="Google Shape;867;p21"/>
          <p:cNvSpPr txBox="1"/>
          <p:nvPr/>
        </p:nvSpPr>
        <p:spPr>
          <a:xfrm>
            <a:off x="1340437" y="2615556"/>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Debilitating</a:t>
            </a:r>
            <a:endParaRPr b="1" sz="800"/>
          </a:p>
          <a:p>
            <a:pPr indent="0" lvl="0" marL="0" rtl="0" algn="ctr">
              <a:spcBef>
                <a:spcPts val="0"/>
              </a:spcBef>
              <a:spcAft>
                <a:spcPts val="0"/>
              </a:spcAft>
              <a:buNone/>
            </a:pPr>
            <a:r>
              <a:rPr b="1" lang="en" sz="800"/>
              <a:t>Shot</a:t>
            </a:r>
            <a:endParaRPr b="1" sz="800"/>
          </a:p>
        </p:txBody>
      </p:sp>
      <p:sp>
        <p:nvSpPr>
          <p:cNvPr id="868" name="Google Shape;868;p21"/>
          <p:cNvSpPr txBox="1"/>
          <p:nvPr/>
        </p:nvSpPr>
        <p:spPr>
          <a:xfrm>
            <a:off x="1340437" y="2186894"/>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Incredible</a:t>
            </a:r>
            <a:endParaRPr b="1" sz="800"/>
          </a:p>
          <a:p>
            <a:pPr indent="0" lvl="0" marL="0" rtl="0" algn="ctr">
              <a:spcBef>
                <a:spcPts val="0"/>
              </a:spcBef>
              <a:spcAft>
                <a:spcPts val="0"/>
              </a:spcAft>
              <a:buNone/>
            </a:pPr>
            <a:r>
              <a:rPr b="1" lang="en" sz="800"/>
              <a:t>Aim</a:t>
            </a:r>
            <a:endParaRPr b="1" sz="800"/>
          </a:p>
        </p:txBody>
      </p:sp>
      <p:sp>
        <p:nvSpPr>
          <p:cNvPr id="869" name="Google Shape;869;p21"/>
          <p:cNvSpPr txBox="1"/>
          <p:nvPr/>
        </p:nvSpPr>
        <p:spPr>
          <a:xfrm>
            <a:off x="1340437" y="901024"/>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Assisting</a:t>
            </a:r>
            <a:endParaRPr b="1" sz="800"/>
          </a:p>
          <a:p>
            <a:pPr indent="0" lvl="0" marL="0" rtl="0" algn="ctr">
              <a:spcBef>
                <a:spcPts val="0"/>
              </a:spcBef>
              <a:spcAft>
                <a:spcPts val="0"/>
              </a:spcAft>
              <a:buNone/>
            </a:pPr>
            <a:r>
              <a:rPr b="1" lang="en" sz="800"/>
              <a:t>Shot</a:t>
            </a:r>
            <a:endParaRPr b="1" sz="800"/>
          </a:p>
        </p:txBody>
      </p:sp>
      <p:sp>
        <p:nvSpPr>
          <p:cNvPr id="870" name="Google Shape;870;p21"/>
          <p:cNvSpPr txBox="1"/>
          <p:nvPr/>
        </p:nvSpPr>
        <p:spPr>
          <a:xfrm>
            <a:off x="1340437" y="472400"/>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Point-</a:t>
            </a:r>
            <a:endParaRPr b="1" sz="800"/>
          </a:p>
          <a:p>
            <a:pPr indent="0" lvl="0" marL="0" rtl="0" algn="ctr">
              <a:spcBef>
                <a:spcPts val="0"/>
              </a:spcBef>
              <a:spcAft>
                <a:spcPts val="0"/>
              </a:spcAft>
              <a:buNone/>
            </a:pPr>
            <a:r>
              <a:rPr b="1" lang="en" sz="800"/>
              <a:t>Blank Shot</a:t>
            </a:r>
            <a:endParaRPr b="1" sz="800"/>
          </a:p>
        </p:txBody>
      </p:sp>
      <p:sp>
        <p:nvSpPr>
          <p:cNvPr id="871" name="Google Shape;871;p21"/>
          <p:cNvSpPr txBox="1"/>
          <p:nvPr/>
        </p:nvSpPr>
        <p:spPr>
          <a:xfrm>
            <a:off x="1340437" y="4330075"/>
            <a:ext cx="8679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Impossible</a:t>
            </a:r>
            <a:endParaRPr b="1" sz="800"/>
          </a:p>
          <a:p>
            <a:pPr indent="0" lvl="0" marL="0" rtl="0" algn="ctr">
              <a:spcBef>
                <a:spcPts val="0"/>
              </a:spcBef>
              <a:spcAft>
                <a:spcPts val="0"/>
              </a:spcAft>
              <a:buNone/>
            </a:pPr>
            <a:r>
              <a:rPr b="1" lang="en" sz="800"/>
              <a:t>Volley</a:t>
            </a:r>
            <a:endParaRPr b="1" sz="800"/>
          </a:p>
        </p:txBody>
      </p:sp>
      <p:sp>
        <p:nvSpPr>
          <p:cNvPr id="872" name="Google Shape;872;p21"/>
          <p:cNvSpPr txBox="1"/>
          <p:nvPr/>
        </p:nvSpPr>
        <p:spPr>
          <a:xfrm>
            <a:off x="2908939" y="2186932"/>
            <a:ext cx="766500" cy="339600"/>
          </a:xfrm>
          <a:prstGeom prst="rect">
            <a:avLst/>
          </a:prstGeom>
          <a:solidFill>
            <a:srgbClr val="B6D7A8"/>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Mobile</a:t>
            </a:r>
            <a:endParaRPr b="1" sz="800"/>
          </a:p>
          <a:p>
            <a:pPr indent="0" lvl="0" marL="0" rtl="0" algn="ctr">
              <a:spcBef>
                <a:spcPts val="0"/>
              </a:spcBef>
              <a:spcAft>
                <a:spcPts val="0"/>
              </a:spcAft>
              <a:buNone/>
            </a:pPr>
            <a:r>
              <a:rPr b="1" lang="en" sz="800"/>
              <a:t>Shot Stance</a:t>
            </a:r>
            <a:endParaRPr b="1" sz="800"/>
          </a:p>
        </p:txBody>
      </p:sp>
      <p:cxnSp>
        <p:nvCxnSpPr>
          <p:cNvPr id="873" name="Google Shape;873;p21"/>
          <p:cNvCxnSpPr>
            <a:stCxn id="874" idx="2"/>
            <a:endCxn id="865" idx="0"/>
          </p:cNvCxnSpPr>
          <p:nvPr/>
        </p:nvCxnSpPr>
        <p:spPr>
          <a:xfrm flipH="1" rot="-5400000">
            <a:off x="2857705" y="2999414"/>
            <a:ext cx="1803600" cy="600"/>
          </a:xfrm>
          <a:prstGeom prst="bentConnector3">
            <a:avLst>
              <a:gd fmla="val 49998" name="adj1"/>
            </a:avLst>
          </a:prstGeom>
          <a:noFill/>
          <a:ln cap="flat" cmpd="sng" w="19050">
            <a:solidFill>
              <a:srgbClr val="000000"/>
            </a:solidFill>
            <a:prstDash val="solid"/>
            <a:round/>
            <a:headEnd len="med" w="med" type="none"/>
            <a:tailEnd len="med" w="med" type="triangle"/>
          </a:ln>
        </p:spPr>
      </p:cxnSp>
      <p:grpSp>
        <p:nvGrpSpPr>
          <p:cNvPr id="875" name="Google Shape;875;p21"/>
          <p:cNvGrpSpPr/>
          <p:nvPr/>
        </p:nvGrpSpPr>
        <p:grpSpPr>
          <a:xfrm>
            <a:off x="3325161" y="1329677"/>
            <a:ext cx="868088" cy="768238"/>
            <a:chOff x="3453475" y="1329663"/>
            <a:chExt cx="913200" cy="768238"/>
          </a:xfrm>
        </p:grpSpPr>
        <p:sp>
          <p:nvSpPr>
            <p:cNvPr id="874" name="Google Shape;874;p21"/>
            <p:cNvSpPr txBox="1"/>
            <p:nvPr/>
          </p:nvSpPr>
          <p:spPr>
            <a:xfrm>
              <a:off x="3453475" y="1758300"/>
              <a:ext cx="9132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Triple</a:t>
              </a:r>
              <a:endParaRPr b="1" sz="800"/>
            </a:p>
            <a:p>
              <a:pPr indent="0" lvl="0" marL="0" rtl="0" algn="ctr">
                <a:spcBef>
                  <a:spcPts val="0"/>
                </a:spcBef>
                <a:spcAft>
                  <a:spcPts val="0"/>
                </a:spcAft>
                <a:buNone/>
              </a:pPr>
              <a:r>
                <a:rPr b="1" lang="en" sz="800"/>
                <a:t>Shot</a:t>
              </a:r>
              <a:endParaRPr b="1" sz="800"/>
            </a:p>
          </p:txBody>
        </p:sp>
        <p:cxnSp>
          <p:nvCxnSpPr>
            <p:cNvPr id="876" name="Google Shape;876;p21"/>
            <p:cNvCxnSpPr/>
            <p:nvPr/>
          </p:nvCxnSpPr>
          <p:spPr>
            <a:xfrm flipH="1" rot="-5400000">
              <a:off x="3863425" y="1650004"/>
              <a:ext cx="93900" cy="600"/>
            </a:xfrm>
            <a:prstGeom prst="bentConnector3">
              <a:avLst>
                <a:gd fmla="val 50000" name="adj1"/>
              </a:avLst>
            </a:prstGeom>
            <a:noFill/>
            <a:ln cap="flat" cmpd="sng" w="19050">
              <a:solidFill>
                <a:srgbClr val="000000"/>
              </a:solidFill>
              <a:prstDash val="solid"/>
              <a:round/>
              <a:headEnd len="med" w="med" type="none"/>
              <a:tailEnd len="med" w="med" type="triangle"/>
            </a:ln>
          </p:spPr>
        </p:cxnSp>
        <p:sp>
          <p:nvSpPr>
            <p:cNvPr id="877" name="Google Shape;877;p21"/>
            <p:cNvSpPr txBox="1"/>
            <p:nvPr/>
          </p:nvSpPr>
          <p:spPr>
            <a:xfrm>
              <a:off x="3453475" y="1329663"/>
              <a:ext cx="913200" cy="3396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Double</a:t>
              </a:r>
              <a:endParaRPr b="1" sz="800"/>
            </a:p>
            <a:p>
              <a:pPr indent="0" lvl="0" marL="0" rtl="0" algn="ctr">
                <a:spcBef>
                  <a:spcPts val="0"/>
                </a:spcBef>
                <a:spcAft>
                  <a:spcPts val="0"/>
                </a:spcAft>
                <a:buNone/>
              </a:pPr>
              <a:r>
                <a:rPr b="1" lang="en" sz="800"/>
                <a:t>Shot</a:t>
              </a:r>
              <a:endParaRPr b="1" sz="800"/>
            </a:p>
          </p:txBody>
        </p:sp>
      </p:grpSp>
      <p:sp>
        <p:nvSpPr>
          <p:cNvPr id="878" name="Google Shape;878;p21"/>
          <p:cNvSpPr txBox="1"/>
          <p:nvPr/>
        </p:nvSpPr>
        <p:spPr>
          <a:xfrm>
            <a:off x="8205057" y="3044182"/>
            <a:ext cx="867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Flinging</a:t>
            </a:r>
            <a:endParaRPr b="1" sz="800"/>
          </a:p>
          <a:p>
            <a:pPr indent="0" lvl="0" marL="0" rtl="0" algn="ctr">
              <a:spcBef>
                <a:spcPts val="0"/>
              </a:spcBef>
              <a:spcAft>
                <a:spcPts val="0"/>
              </a:spcAft>
              <a:buNone/>
            </a:pPr>
            <a:r>
              <a:rPr b="1" lang="en" sz="800"/>
              <a:t>Shove</a:t>
            </a:r>
            <a:endParaRPr b="1" sz="800"/>
          </a:p>
        </p:txBody>
      </p:sp>
      <p:sp>
        <p:nvSpPr>
          <p:cNvPr id="879" name="Google Shape;879;p21"/>
          <p:cNvSpPr txBox="1"/>
          <p:nvPr/>
        </p:nvSpPr>
        <p:spPr>
          <a:xfrm>
            <a:off x="8205081" y="1329688"/>
            <a:ext cx="867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Powerful</a:t>
            </a:r>
            <a:endParaRPr b="1" sz="800"/>
          </a:p>
          <a:p>
            <a:pPr indent="0" lvl="0" marL="0" rtl="0" algn="ctr">
              <a:spcBef>
                <a:spcPts val="0"/>
              </a:spcBef>
              <a:spcAft>
                <a:spcPts val="0"/>
              </a:spcAft>
              <a:buNone/>
            </a:pPr>
            <a:r>
              <a:rPr b="1" lang="en" sz="800"/>
              <a:t>Shove</a:t>
            </a:r>
            <a:endParaRPr b="1" sz="800"/>
          </a:p>
        </p:txBody>
      </p:sp>
      <p:cxnSp>
        <p:nvCxnSpPr>
          <p:cNvPr id="880" name="Google Shape;880;p21"/>
          <p:cNvCxnSpPr>
            <a:stCxn id="830" idx="3"/>
            <a:endCxn id="881" idx="1"/>
          </p:cNvCxnSpPr>
          <p:nvPr/>
        </p:nvCxnSpPr>
        <p:spPr>
          <a:xfrm>
            <a:off x="7288706" y="1070842"/>
            <a:ext cx="586500" cy="6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882" name="Google Shape;882;p21"/>
          <p:cNvCxnSpPr>
            <a:stCxn id="881" idx="2"/>
            <a:endCxn id="878" idx="1"/>
          </p:cNvCxnSpPr>
          <p:nvPr/>
        </p:nvCxnSpPr>
        <p:spPr>
          <a:xfrm flipH="1" rot="-5400000">
            <a:off x="7058225" y="2067125"/>
            <a:ext cx="2054700" cy="238800"/>
          </a:xfrm>
          <a:prstGeom prst="bentConnector2">
            <a:avLst/>
          </a:prstGeom>
          <a:noFill/>
          <a:ln cap="flat" cmpd="sng" w="19050">
            <a:solidFill>
              <a:srgbClr val="000000"/>
            </a:solidFill>
            <a:prstDash val="solid"/>
            <a:round/>
            <a:headEnd len="med" w="med" type="none"/>
            <a:tailEnd len="med" w="med" type="triangle"/>
          </a:ln>
        </p:spPr>
      </p:cxnSp>
      <p:cxnSp>
        <p:nvCxnSpPr>
          <p:cNvPr id="883" name="Google Shape;883;p21"/>
          <p:cNvCxnSpPr>
            <a:stCxn id="881" idx="2"/>
            <a:endCxn id="879" idx="1"/>
          </p:cNvCxnSpPr>
          <p:nvPr/>
        </p:nvCxnSpPr>
        <p:spPr>
          <a:xfrm flipH="1" rot="-5400000">
            <a:off x="7915475" y="1209875"/>
            <a:ext cx="340200" cy="238800"/>
          </a:xfrm>
          <a:prstGeom prst="bentConnector2">
            <a:avLst/>
          </a:prstGeom>
          <a:noFill/>
          <a:ln cap="flat" cmpd="sng" w="19050">
            <a:solidFill>
              <a:srgbClr val="000000"/>
            </a:solidFill>
            <a:prstDash val="solid"/>
            <a:round/>
            <a:headEnd len="med" w="med" type="none"/>
            <a:tailEnd len="med" w="med" type="triangle"/>
          </a:ln>
        </p:spPr>
      </p:cxnSp>
      <p:cxnSp>
        <p:nvCxnSpPr>
          <p:cNvPr id="884" name="Google Shape;884;p21"/>
          <p:cNvCxnSpPr>
            <a:stCxn id="831" idx="1"/>
            <a:endCxn id="881" idx="3"/>
          </p:cNvCxnSpPr>
          <p:nvPr/>
        </p:nvCxnSpPr>
        <p:spPr>
          <a:xfrm flipH="1">
            <a:off x="8057129" y="1070846"/>
            <a:ext cx="149700" cy="600"/>
          </a:xfrm>
          <a:prstGeom prst="bentConnector3">
            <a:avLst>
              <a:gd fmla="val 50018" name="adj1"/>
            </a:avLst>
          </a:prstGeom>
          <a:noFill/>
          <a:ln cap="flat" cmpd="sng" w="19050">
            <a:solidFill>
              <a:srgbClr val="000000"/>
            </a:solidFill>
            <a:prstDash val="solid"/>
            <a:round/>
            <a:headEnd len="med" w="med" type="none"/>
            <a:tailEnd len="med" w="med" type="triangle"/>
          </a:ln>
        </p:spPr>
      </p:cxnSp>
      <p:sp>
        <p:nvSpPr>
          <p:cNvPr id="881" name="Google Shape;881;p21"/>
          <p:cNvSpPr txBox="1"/>
          <p:nvPr/>
        </p:nvSpPr>
        <p:spPr>
          <a:xfrm>
            <a:off x="7875275" y="982475"/>
            <a:ext cx="181800" cy="176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or</a:t>
            </a:r>
            <a:endParaRPr b="1" sz="800"/>
          </a:p>
        </p:txBody>
      </p:sp>
      <p:pic>
        <p:nvPicPr>
          <p:cNvPr id="885" name="Google Shape;885;p21"/>
          <p:cNvPicPr preferRelativeResize="0"/>
          <p:nvPr/>
        </p:nvPicPr>
        <p:blipFill>
          <a:blip r:embed="rId3">
            <a:alphaModFix/>
          </a:blip>
          <a:stretch>
            <a:fillRect/>
          </a:stretch>
        </p:blipFill>
        <p:spPr>
          <a:xfrm>
            <a:off x="2020831" y="472413"/>
            <a:ext cx="181700" cy="176775"/>
          </a:xfrm>
          <a:prstGeom prst="rect">
            <a:avLst/>
          </a:prstGeom>
          <a:noFill/>
          <a:ln cap="flat" cmpd="sng" w="9525">
            <a:solidFill>
              <a:srgbClr val="000000"/>
            </a:solidFill>
            <a:prstDash val="solid"/>
            <a:round/>
            <a:headEnd len="sm" w="sm" type="none"/>
            <a:tailEnd len="sm" w="sm" type="none"/>
          </a:ln>
        </p:spPr>
      </p:pic>
      <p:pic>
        <p:nvPicPr>
          <p:cNvPr id="886" name="Google Shape;886;p21"/>
          <p:cNvPicPr preferRelativeResize="0"/>
          <p:nvPr/>
        </p:nvPicPr>
        <p:blipFill>
          <a:blip r:embed="rId4">
            <a:alphaModFix/>
          </a:blip>
          <a:stretch>
            <a:fillRect/>
          </a:stretch>
        </p:blipFill>
        <p:spPr>
          <a:xfrm>
            <a:off x="1937313" y="2186958"/>
            <a:ext cx="271018" cy="186325"/>
          </a:xfrm>
          <a:prstGeom prst="rect">
            <a:avLst/>
          </a:prstGeom>
          <a:noFill/>
          <a:ln cap="flat" cmpd="sng" w="9525">
            <a:solidFill>
              <a:srgbClr val="000000"/>
            </a:solidFill>
            <a:prstDash val="solid"/>
            <a:round/>
            <a:headEnd len="sm" w="sm" type="none"/>
            <a:tailEnd len="sm" w="sm" type="none"/>
          </a:ln>
        </p:spPr>
      </p:pic>
      <p:pic>
        <p:nvPicPr>
          <p:cNvPr id="887" name="Google Shape;887;p21"/>
          <p:cNvPicPr preferRelativeResize="0"/>
          <p:nvPr/>
        </p:nvPicPr>
        <p:blipFill>
          <a:blip r:embed="rId5">
            <a:alphaModFix/>
          </a:blip>
          <a:stretch>
            <a:fillRect/>
          </a:stretch>
        </p:blipFill>
        <p:spPr>
          <a:xfrm>
            <a:off x="3051065" y="2620337"/>
            <a:ext cx="209060" cy="186325"/>
          </a:xfrm>
          <a:prstGeom prst="rect">
            <a:avLst/>
          </a:prstGeom>
          <a:noFill/>
          <a:ln cap="flat" cmpd="sng" w="9525">
            <a:solidFill>
              <a:srgbClr val="000000"/>
            </a:solidFill>
            <a:prstDash val="solid"/>
            <a:round/>
            <a:headEnd len="sm" w="sm" type="none"/>
            <a:tailEnd len="sm" w="sm" type="none"/>
          </a:ln>
        </p:spPr>
      </p:pic>
      <p:pic>
        <p:nvPicPr>
          <p:cNvPr id="888" name="Google Shape;888;p21"/>
          <p:cNvPicPr preferRelativeResize="0"/>
          <p:nvPr/>
        </p:nvPicPr>
        <p:blipFill>
          <a:blip r:embed="rId6">
            <a:alphaModFix/>
          </a:blip>
          <a:stretch>
            <a:fillRect/>
          </a:stretch>
        </p:blipFill>
        <p:spPr>
          <a:xfrm>
            <a:off x="1879513" y="4483350"/>
            <a:ext cx="328809" cy="186325"/>
          </a:xfrm>
          <a:prstGeom prst="rect">
            <a:avLst/>
          </a:prstGeom>
          <a:noFill/>
          <a:ln cap="flat" cmpd="sng" w="9525">
            <a:solidFill>
              <a:srgbClr val="000000"/>
            </a:solidFill>
            <a:prstDash val="solid"/>
            <a:round/>
            <a:headEnd len="sm" w="sm" type="none"/>
            <a:tailEnd len="sm" w="sm" type="none"/>
          </a:ln>
        </p:spPr>
      </p:pic>
      <p:pic>
        <p:nvPicPr>
          <p:cNvPr id="889" name="Google Shape;889;p21"/>
          <p:cNvPicPr preferRelativeResize="0"/>
          <p:nvPr/>
        </p:nvPicPr>
        <p:blipFill>
          <a:blip r:embed="rId4">
            <a:alphaModFix/>
          </a:blip>
          <a:stretch>
            <a:fillRect/>
          </a:stretch>
        </p:blipFill>
        <p:spPr>
          <a:xfrm>
            <a:off x="3921900" y="1329708"/>
            <a:ext cx="271018" cy="186325"/>
          </a:xfrm>
          <a:prstGeom prst="rect">
            <a:avLst/>
          </a:prstGeom>
          <a:noFill/>
          <a:ln cap="flat" cmpd="sng" w="9525">
            <a:solidFill>
              <a:srgbClr val="000000"/>
            </a:solidFill>
            <a:prstDash val="solid"/>
            <a:round/>
            <a:headEnd len="sm" w="sm" type="none"/>
            <a:tailEnd len="sm" w="sm" type="none"/>
          </a:ln>
        </p:spPr>
      </p:pic>
      <p:pic>
        <p:nvPicPr>
          <p:cNvPr id="890" name="Google Shape;890;p21"/>
          <p:cNvPicPr preferRelativeResize="0"/>
          <p:nvPr/>
        </p:nvPicPr>
        <p:blipFill>
          <a:blip r:embed="rId3">
            <a:alphaModFix/>
          </a:blip>
          <a:stretch>
            <a:fillRect/>
          </a:stretch>
        </p:blipFill>
        <p:spPr>
          <a:xfrm>
            <a:off x="2032681" y="901150"/>
            <a:ext cx="181700" cy="176775"/>
          </a:xfrm>
          <a:prstGeom prst="rect">
            <a:avLst/>
          </a:prstGeom>
          <a:noFill/>
          <a:ln cap="flat" cmpd="sng" w="9525">
            <a:solidFill>
              <a:srgbClr val="000000"/>
            </a:solidFill>
            <a:prstDash val="solid"/>
            <a:round/>
            <a:headEnd len="sm" w="sm" type="none"/>
            <a:tailEnd len="sm" w="sm" type="none"/>
          </a:ln>
        </p:spPr>
      </p:pic>
      <p:pic>
        <p:nvPicPr>
          <p:cNvPr id="891" name="Google Shape;891;p21"/>
          <p:cNvPicPr preferRelativeResize="0"/>
          <p:nvPr/>
        </p:nvPicPr>
        <p:blipFill>
          <a:blip r:embed="rId5">
            <a:alphaModFix/>
          </a:blip>
          <a:stretch>
            <a:fillRect/>
          </a:stretch>
        </p:blipFill>
        <p:spPr>
          <a:xfrm>
            <a:off x="5101553" y="1758312"/>
            <a:ext cx="209060" cy="186325"/>
          </a:xfrm>
          <a:prstGeom prst="rect">
            <a:avLst/>
          </a:prstGeom>
          <a:noFill/>
          <a:ln cap="flat" cmpd="sng" w="9525">
            <a:solidFill>
              <a:srgbClr val="000000"/>
            </a:solidFill>
            <a:prstDash val="solid"/>
            <a:round/>
            <a:headEnd len="sm" w="sm" type="none"/>
            <a:tailEnd len="sm" w="sm" type="none"/>
          </a:ln>
        </p:spPr>
      </p:pic>
      <p:pic>
        <p:nvPicPr>
          <p:cNvPr id="892" name="Google Shape;892;p21"/>
          <p:cNvPicPr preferRelativeResize="0"/>
          <p:nvPr/>
        </p:nvPicPr>
        <p:blipFill>
          <a:blip r:embed="rId4">
            <a:alphaModFix/>
          </a:blip>
          <a:stretch>
            <a:fillRect/>
          </a:stretch>
        </p:blipFill>
        <p:spPr>
          <a:xfrm>
            <a:off x="2982575" y="472420"/>
            <a:ext cx="271018" cy="186325"/>
          </a:xfrm>
          <a:prstGeom prst="rect">
            <a:avLst/>
          </a:prstGeom>
          <a:noFill/>
          <a:ln cap="flat" cmpd="sng" w="9525">
            <a:solidFill>
              <a:srgbClr val="000000"/>
            </a:solidFill>
            <a:prstDash val="solid"/>
            <a:round/>
            <a:headEnd len="sm" w="sm" type="none"/>
            <a:tailEnd len="sm" w="sm" type="none"/>
          </a:ln>
        </p:spPr>
      </p:pic>
      <p:pic>
        <p:nvPicPr>
          <p:cNvPr id="893" name="Google Shape;893;p21"/>
          <p:cNvPicPr preferRelativeResize="0"/>
          <p:nvPr/>
        </p:nvPicPr>
        <p:blipFill>
          <a:blip r:embed="rId7">
            <a:alphaModFix/>
          </a:blip>
          <a:stretch>
            <a:fillRect/>
          </a:stretch>
        </p:blipFill>
        <p:spPr>
          <a:xfrm>
            <a:off x="7097200" y="903504"/>
            <a:ext cx="191500" cy="181421"/>
          </a:xfrm>
          <a:prstGeom prst="rect">
            <a:avLst/>
          </a:prstGeom>
          <a:noFill/>
          <a:ln cap="flat" cmpd="sng" w="9525">
            <a:solidFill>
              <a:srgbClr val="000000"/>
            </a:solidFill>
            <a:prstDash val="solid"/>
            <a:round/>
            <a:headEnd len="sm" w="sm" type="none"/>
            <a:tailEnd len="sm" w="sm" type="none"/>
          </a:ln>
        </p:spPr>
      </p:pic>
      <p:pic>
        <p:nvPicPr>
          <p:cNvPr id="894" name="Google Shape;894;p21"/>
          <p:cNvPicPr preferRelativeResize="0"/>
          <p:nvPr/>
        </p:nvPicPr>
        <p:blipFill>
          <a:blip r:embed="rId3">
            <a:alphaModFix/>
          </a:blip>
          <a:stretch>
            <a:fillRect/>
          </a:stretch>
        </p:blipFill>
        <p:spPr>
          <a:xfrm>
            <a:off x="4020931" y="477188"/>
            <a:ext cx="181700" cy="176775"/>
          </a:xfrm>
          <a:prstGeom prst="rect">
            <a:avLst/>
          </a:prstGeom>
          <a:noFill/>
          <a:ln cap="flat" cmpd="sng" w="9525">
            <a:solidFill>
              <a:srgbClr val="000000"/>
            </a:solidFill>
            <a:prstDash val="solid"/>
            <a:round/>
            <a:headEnd len="sm" w="sm" type="none"/>
            <a:tailEnd len="sm" w="sm" type="none"/>
          </a:ln>
        </p:spPr>
      </p:pic>
      <p:pic>
        <p:nvPicPr>
          <p:cNvPr id="895" name="Google Shape;895;p21"/>
          <p:cNvPicPr preferRelativeResize="0"/>
          <p:nvPr/>
        </p:nvPicPr>
        <p:blipFill>
          <a:blip r:embed="rId5">
            <a:alphaModFix/>
          </a:blip>
          <a:stretch>
            <a:fillRect/>
          </a:stretch>
        </p:blipFill>
        <p:spPr>
          <a:xfrm>
            <a:off x="7077865" y="472424"/>
            <a:ext cx="209060" cy="186325"/>
          </a:xfrm>
          <a:prstGeom prst="rect">
            <a:avLst/>
          </a:prstGeom>
          <a:noFill/>
          <a:ln cap="flat" cmpd="sng" w="9525">
            <a:solidFill>
              <a:srgbClr val="000000"/>
            </a:solidFill>
            <a:prstDash val="solid"/>
            <a:round/>
            <a:headEnd len="sm" w="sm" type="none"/>
            <a:tailEnd len="sm" w="sm" type="none"/>
          </a:ln>
        </p:spPr>
      </p:pic>
      <p:pic>
        <p:nvPicPr>
          <p:cNvPr id="896" name="Google Shape;896;p21"/>
          <p:cNvPicPr preferRelativeResize="0"/>
          <p:nvPr/>
        </p:nvPicPr>
        <p:blipFill>
          <a:blip r:embed="rId3">
            <a:alphaModFix/>
          </a:blip>
          <a:stretch>
            <a:fillRect/>
          </a:stretch>
        </p:blipFill>
        <p:spPr>
          <a:xfrm>
            <a:off x="4020931" y="897613"/>
            <a:ext cx="181700" cy="176775"/>
          </a:xfrm>
          <a:prstGeom prst="rect">
            <a:avLst/>
          </a:prstGeom>
          <a:noFill/>
          <a:ln cap="flat" cmpd="sng" w="9525">
            <a:solidFill>
              <a:srgbClr val="000000"/>
            </a:solidFill>
            <a:prstDash val="solid"/>
            <a:round/>
            <a:headEnd len="sm" w="sm" type="none"/>
            <a:tailEnd len="sm" w="sm" type="none"/>
          </a:ln>
        </p:spPr>
      </p:pic>
      <p:pic>
        <p:nvPicPr>
          <p:cNvPr id="897" name="Google Shape;897;p21"/>
          <p:cNvPicPr preferRelativeResize="0"/>
          <p:nvPr/>
        </p:nvPicPr>
        <p:blipFill>
          <a:blip r:embed="rId3">
            <a:alphaModFix/>
          </a:blip>
          <a:stretch>
            <a:fillRect/>
          </a:stretch>
        </p:blipFill>
        <p:spPr>
          <a:xfrm>
            <a:off x="5129856" y="901263"/>
            <a:ext cx="181700" cy="176775"/>
          </a:xfrm>
          <a:prstGeom prst="rect">
            <a:avLst/>
          </a:prstGeom>
          <a:noFill/>
          <a:ln cap="flat" cmpd="sng" w="9525">
            <a:solidFill>
              <a:srgbClr val="000000"/>
            </a:solidFill>
            <a:prstDash val="solid"/>
            <a:round/>
            <a:headEnd len="sm" w="sm" type="none"/>
            <a:tailEnd len="sm" w="sm" type="none"/>
          </a:ln>
        </p:spPr>
      </p:pic>
      <p:pic>
        <p:nvPicPr>
          <p:cNvPr id="898" name="Google Shape;898;p21"/>
          <p:cNvPicPr preferRelativeResize="0"/>
          <p:nvPr/>
        </p:nvPicPr>
        <p:blipFill>
          <a:blip r:embed="rId3">
            <a:alphaModFix/>
          </a:blip>
          <a:stretch>
            <a:fillRect/>
          </a:stretch>
        </p:blipFill>
        <p:spPr>
          <a:xfrm>
            <a:off x="8885056" y="905813"/>
            <a:ext cx="181700" cy="176775"/>
          </a:xfrm>
          <a:prstGeom prst="rect">
            <a:avLst/>
          </a:prstGeom>
          <a:noFill/>
          <a:ln cap="flat" cmpd="sng" w="9525">
            <a:solidFill>
              <a:srgbClr val="000000"/>
            </a:solidFill>
            <a:prstDash val="solid"/>
            <a:round/>
            <a:headEnd len="sm" w="sm" type="none"/>
            <a:tailEnd len="sm" w="sm" type="none"/>
          </a:ln>
        </p:spPr>
      </p:pic>
      <p:pic>
        <p:nvPicPr>
          <p:cNvPr id="899" name="Google Shape;899;p21"/>
          <p:cNvPicPr preferRelativeResize="0"/>
          <p:nvPr/>
        </p:nvPicPr>
        <p:blipFill>
          <a:blip r:embed="rId3">
            <a:alphaModFix/>
          </a:blip>
          <a:stretch>
            <a:fillRect/>
          </a:stretch>
        </p:blipFill>
        <p:spPr>
          <a:xfrm>
            <a:off x="3074631" y="1329663"/>
            <a:ext cx="181700" cy="176775"/>
          </a:xfrm>
          <a:prstGeom prst="rect">
            <a:avLst/>
          </a:prstGeom>
          <a:noFill/>
          <a:ln cap="flat" cmpd="sng" w="9525">
            <a:solidFill>
              <a:srgbClr val="000000"/>
            </a:solidFill>
            <a:prstDash val="solid"/>
            <a:round/>
            <a:headEnd len="sm" w="sm" type="none"/>
            <a:tailEnd len="sm" w="sm" type="none"/>
          </a:ln>
        </p:spPr>
      </p:pic>
      <p:pic>
        <p:nvPicPr>
          <p:cNvPr id="900" name="Google Shape;900;p21"/>
          <p:cNvPicPr preferRelativeResize="0"/>
          <p:nvPr/>
        </p:nvPicPr>
        <p:blipFill>
          <a:blip r:embed="rId3">
            <a:alphaModFix/>
          </a:blip>
          <a:stretch>
            <a:fillRect/>
          </a:stretch>
        </p:blipFill>
        <p:spPr>
          <a:xfrm>
            <a:off x="5129844" y="1326638"/>
            <a:ext cx="181700" cy="176775"/>
          </a:xfrm>
          <a:prstGeom prst="rect">
            <a:avLst/>
          </a:prstGeom>
          <a:noFill/>
          <a:ln cap="flat" cmpd="sng" w="9525">
            <a:solidFill>
              <a:srgbClr val="000000"/>
            </a:solidFill>
            <a:prstDash val="solid"/>
            <a:round/>
            <a:headEnd len="sm" w="sm" type="none"/>
            <a:tailEnd len="sm" w="sm" type="none"/>
          </a:ln>
        </p:spPr>
      </p:pic>
      <p:pic>
        <p:nvPicPr>
          <p:cNvPr id="901" name="Google Shape;901;p21"/>
          <p:cNvPicPr preferRelativeResize="0"/>
          <p:nvPr/>
        </p:nvPicPr>
        <p:blipFill>
          <a:blip r:embed="rId4">
            <a:alphaModFix/>
          </a:blip>
          <a:stretch>
            <a:fillRect/>
          </a:stretch>
        </p:blipFill>
        <p:spPr>
          <a:xfrm>
            <a:off x="8801938" y="2186895"/>
            <a:ext cx="271018" cy="186325"/>
          </a:xfrm>
          <a:prstGeom prst="rect">
            <a:avLst/>
          </a:prstGeom>
          <a:noFill/>
          <a:ln cap="flat" cmpd="sng" w="9525">
            <a:solidFill>
              <a:srgbClr val="000000"/>
            </a:solidFill>
            <a:prstDash val="solid"/>
            <a:round/>
            <a:headEnd len="sm" w="sm" type="none"/>
            <a:tailEnd len="sm" w="sm" type="none"/>
          </a:ln>
        </p:spPr>
      </p:pic>
      <p:pic>
        <p:nvPicPr>
          <p:cNvPr id="902" name="Google Shape;902;p21"/>
          <p:cNvPicPr preferRelativeResize="0"/>
          <p:nvPr/>
        </p:nvPicPr>
        <p:blipFill>
          <a:blip r:embed="rId3">
            <a:alphaModFix/>
          </a:blip>
          <a:stretch>
            <a:fillRect/>
          </a:stretch>
        </p:blipFill>
        <p:spPr>
          <a:xfrm>
            <a:off x="3494744" y="2191725"/>
            <a:ext cx="181700" cy="176775"/>
          </a:xfrm>
          <a:prstGeom prst="rect">
            <a:avLst/>
          </a:prstGeom>
          <a:noFill/>
          <a:ln cap="flat" cmpd="sng" w="9525">
            <a:solidFill>
              <a:srgbClr val="000000"/>
            </a:solidFill>
            <a:prstDash val="solid"/>
            <a:round/>
            <a:headEnd len="sm" w="sm" type="none"/>
            <a:tailEnd len="sm" w="sm" type="none"/>
          </a:ln>
        </p:spPr>
      </p:pic>
      <p:pic>
        <p:nvPicPr>
          <p:cNvPr id="903" name="Google Shape;903;p21"/>
          <p:cNvPicPr preferRelativeResize="0"/>
          <p:nvPr/>
        </p:nvPicPr>
        <p:blipFill>
          <a:blip r:embed="rId5">
            <a:alphaModFix/>
          </a:blip>
          <a:stretch>
            <a:fillRect/>
          </a:stretch>
        </p:blipFill>
        <p:spPr>
          <a:xfrm>
            <a:off x="7077865" y="1757099"/>
            <a:ext cx="209060" cy="186325"/>
          </a:xfrm>
          <a:prstGeom prst="rect">
            <a:avLst/>
          </a:prstGeom>
          <a:noFill/>
          <a:ln cap="flat" cmpd="sng" w="9525">
            <a:solidFill>
              <a:srgbClr val="000000"/>
            </a:solidFill>
            <a:prstDash val="solid"/>
            <a:round/>
            <a:headEnd len="sm" w="sm" type="none"/>
            <a:tailEnd len="sm" w="sm" type="none"/>
          </a:ln>
        </p:spPr>
      </p:pic>
      <p:pic>
        <p:nvPicPr>
          <p:cNvPr id="904" name="Google Shape;904;p21"/>
          <p:cNvPicPr preferRelativeResize="0"/>
          <p:nvPr/>
        </p:nvPicPr>
        <p:blipFill>
          <a:blip r:embed="rId5">
            <a:alphaModFix/>
          </a:blip>
          <a:stretch>
            <a:fillRect/>
          </a:stretch>
        </p:blipFill>
        <p:spPr>
          <a:xfrm>
            <a:off x="5101553" y="2188537"/>
            <a:ext cx="209060" cy="186325"/>
          </a:xfrm>
          <a:prstGeom prst="rect">
            <a:avLst/>
          </a:prstGeom>
          <a:noFill/>
          <a:ln cap="flat" cmpd="sng" w="9525">
            <a:solidFill>
              <a:srgbClr val="000000"/>
            </a:solidFill>
            <a:prstDash val="solid"/>
            <a:round/>
            <a:headEnd len="sm" w="sm" type="none"/>
            <a:tailEnd len="sm" w="sm" type="none"/>
          </a:ln>
        </p:spPr>
      </p:pic>
      <p:pic>
        <p:nvPicPr>
          <p:cNvPr id="905" name="Google Shape;905;p21"/>
          <p:cNvPicPr preferRelativeResize="0"/>
          <p:nvPr/>
        </p:nvPicPr>
        <p:blipFill>
          <a:blip r:embed="rId5">
            <a:alphaModFix/>
          </a:blip>
          <a:stretch>
            <a:fillRect/>
          </a:stretch>
        </p:blipFill>
        <p:spPr>
          <a:xfrm>
            <a:off x="7689678" y="2196462"/>
            <a:ext cx="209060" cy="186325"/>
          </a:xfrm>
          <a:prstGeom prst="rect">
            <a:avLst/>
          </a:prstGeom>
          <a:noFill/>
          <a:ln cap="flat" cmpd="sng" w="9525">
            <a:solidFill>
              <a:srgbClr val="000000"/>
            </a:solidFill>
            <a:prstDash val="solid"/>
            <a:round/>
            <a:headEnd len="sm" w="sm" type="none"/>
            <a:tailEnd len="sm" w="sm" type="none"/>
          </a:ln>
        </p:spPr>
      </p:pic>
      <p:pic>
        <p:nvPicPr>
          <p:cNvPr id="906" name="Google Shape;906;p21"/>
          <p:cNvPicPr preferRelativeResize="0"/>
          <p:nvPr/>
        </p:nvPicPr>
        <p:blipFill>
          <a:blip r:embed="rId4">
            <a:alphaModFix/>
          </a:blip>
          <a:stretch>
            <a:fillRect/>
          </a:stretch>
        </p:blipFill>
        <p:spPr>
          <a:xfrm>
            <a:off x="1937313" y="2615770"/>
            <a:ext cx="271018" cy="186325"/>
          </a:xfrm>
          <a:prstGeom prst="rect">
            <a:avLst/>
          </a:prstGeom>
          <a:noFill/>
          <a:ln cap="flat" cmpd="sng" w="9525">
            <a:solidFill>
              <a:srgbClr val="000000"/>
            </a:solidFill>
            <a:prstDash val="solid"/>
            <a:round/>
            <a:headEnd len="sm" w="sm" type="none"/>
            <a:tailEnd len="sm" w="sm" type="none"/>
          </a:ln>
        </p:spPr>
      </p:pic>
      <p:pic>
        <p:nvPicPr>
          <p:cNvPr id="907" name="Google Shape;907;p21"/>
          <p:cNvPicPr preferRelativeResize="0"/>
          <p:nvPr/>
        </p:nvPicPr>
        <p:blipFill>
          <a:blip r:embed="rId3">
            <a:alphaModFix/>
          </a:blip>
          <a:stretch>
            <a:fillRect/>
          </a:stretch>
        </p:blipFill>
        <p:spPr>
          <a:xfrm>
            <a:off x="5130256" y="2618763"/>
            <a:ext cx="181700" cy="176775"/>
          </a:xfrm>
          <a:prstGeom prst="rect">
            <a:avLst/>
          </a:prstGeom>
          <a:noFill/>
          <a:ln cap="flat" cmpd="sng" w="9525">
            <a:solidFill>
              <a:srgbClr val="000000"/>
            </a:solidFill>
            <a:prstDash val="solid"/>
            <a:round/>
            <a:headEnd len="sm" w="sm" type="none"/>
            <a:tailEnd len="sm" w="sm" type="none"/>
          </a:ln>
        </p:spPr>
      </p:pic>
      <p:pic>
        <p:nvPicPr>
          <p:cNvPr id="908" name="Google Shape;908;p21"/>
          <p:cNvPicPr preferRelativeResize="0"/>
          <p:nvPr/>
        </p:nvPicPr>
        <p:blipFill>
          <a:blip r:embed="rId5">
            <a:alphaModFix/>
          </a:blip>
          <a:stretch>
            <a:fillRect/>
          </a:stretch>
        </p:blipFill>
        <p:spPr>
          <a:xfrm>
            <a:off x="7689678" y="2620337"/>
            <a:ext cx="209060" cy="186325"/>
          </a:xfrm>
          <a:prstGeom prst="rect">
            <a:avLst/>
          </a:prstGeom>
          <a:noFill/>
          <a:ln cap="flat" cmpd="sng" w="9525">
            <a:solidFill>
              <a:srgbClr val="000000"/>
            </a:solidFill>
            <a:prstDash val="solid"/>
            <a:round/>
            <a:headEnd len="sm" w="sm" type="none"/>
            <a:tailEnd len="sm" w="sm" type="none"/>
          </a:ln>
        </p:spPr>
      </p:pic>
      <p:pic>
        <p:nvPicPr>
          <p:cNvPr id="909" name="Google Shape;909;p21"/>
          <p:cNvPicPr preferRelativeResize="0"/>
          <p:nvPr/>
        </p:nvPicPr>
        <p:blipFill>
          <a:blip r:embed="rId3">
            <a:alphaModFix/>
          </a:blip>
          <a:stretch>
            <a:fillRect/>
          </a:stretch>
        </p:blipFill>
        <p:spPr>
          <a:xfrm>
            <a:off x="8885056" y="2620313"/>
            <a:ext cx="181700" cy="176775"/>
          </a:xfrm>
          <a:prstGeom prst="rect">
            <a:avLst/>
          </a:prstGeom>
          <a:noFill/>
          <a:ln cap="flat" cmpd="sng" w="9525">
            <a:solidFill>
              <a:srgbClr val="000000"/>
            </a:solidFill>
            <a:prstDash val="solid"/>
            <a:round/>
            <a:headEnd len="sm" w="sm" type="none"/>
            <a:tailEnd len="sm" w="sm" type="none"/>
          </a:ln>
        </p:spPr>
      </p:pic>
      <p:pic>
        <p:nvPicPr>
          <p:cNvPr id="910" name="Google Shape;910;p21"/>
          <p:cNvPicPr preferRelativeResize="0"/>
          <p:nvPr/>
        </p:nvPicPr>
        <p:blipFill>
          <a:blip r:embed="rId3">
            <a:alphaModFix/>
          </a:blip>
          <a:stretch>
            <a:fillRect/>
          </a:stretch>
        </p:blipFill>
        <p:spPr>
          <a:xfrm>
            <a:off x="5129844" y="3472825"/>
            <a:ext cx="181700" cy="176775"/>
          </a:xfrm>
          <a:prstGeom prst="rect">
            <a:avLst/>
          </a:prstGeom>
          <a:noFill/>
          <a:ln cap="flat" cmpd="sng" w="9525">
            <a:solidFill>
              <a:srgbClr val="000000"/>
            </a:solidFill>
            <a:prstDash val="solid"/>
            <a:round/>
            <a:headEnd len="sm" w="sm" type="none"/>
            <a:tailEnd len="sm" w="sm" type="none"/>
          </a:ln>
        </p:spPr>
      </p:pic>
      <p:pic>
        <p:nvPicPr>
          <p:cNvPr id="911" name="Google Shape;911;p21"/>
          <p:cNvPicPr preferRelativeResize="0"/>
          <p:nvPr/>
        </p:nvPicPr>
        <p:blipFill>
          <a:blip r:embed="rId3">
            <a:alphaModFix/>
          </a:blip>
          <a:stretch>
            <a:fillRect/>
          </a:stretch>
        </p:blipFill>
        <p:spPr>
          <a:xfrm>
            <a:off x="7717044" y="3044175"/>
            <a:ext cx="181700" cy="176775"/>
          </a:xfrm>
          <a:prstGeom prst="rect">
            <a:avLst/>
          </a:prstGeom>
          <a:noFill/>
          <a:ln cap="flat" cmpd="sng" w="9525">
            <a:solidFill>
              <a:srgbClr val="000000"/>
            </a:solidFill>
            <a:prstDash val="solid"/>
            <a:round/>
            <a:headEnd len="sm" w="sm" type="none"/>
            <a:tailEnd len="sm" w="sm" type="none"/>
          </a:ln>
        </p:spPr>
      </p:pic>
      <p:pic>
        <p:nvPicPr>
          <p:cNvPr id="912" name="Google Shape;912;p21"/>
          <p:cNvPicPr preferRelativeResize="0"/>
          <p:nvPr/>
        </p:nvPicPr>
        <p:blipFill>
          <a:blip r:embed="rId3">
            <a:alphaModFix/>
          </a:blip>
          <a:stretch>
            <a:fillRect/>
          </a:stretch>
        </p:blipFill>
        <p:spPr>
          <a:xfrm>
            <a:off x="5129831" y="3044163"/>
            <a:ext cx="181700" cy="176775"/>
          </a:xfrm>
          <a:prstGeom prst="rect">
            <a:avLst/>
          </a:prstGeom>
          <a:noFill/>
          <a:ln cap="flat" cmpd="sng" w="9525">
            <a:solidFill>
              <a:srgbClr val="000000"/>
            </a:solidFill>
            <a:prstDash val="solid"/>
            <a:round/>
            <a:headEnd len="sm" w="sm" type="none"/>
            <a:tailEnd len="sm" w="sm" type="none"/>
          </a:ln>
        </p:spPr>
      </p:pic>
      <p:pic>
        <p:nvPicPr>
          <p:cNvPr id="913" name="Google Shape;913;p21"/>
          <p:cNvPicPr preferRelativeResize="0"/>
          <p:nvPr/>
        </p:nvPicPr>
        <p:blipFill>
          <a:blip r:embed="rId3">
            <a:alphaModFix/>
          </a:blip>
          <a:stretch>
            <a:fillRect/>
          </a:stretch>
        </p:blipFill>
        <p:spPr>
          <a:xfrm>
            <a:off x="2020831" y="3044563"/>
            <a:ext cx="181700" cy="176775"/>
          </a:xfrm>
          <a:prstGeom prst="rect">
            <a:avLst/>
          </a:prstGeom>
          <a:noFill/>
          <a:ln cap="flat" cmpd="sng" w="9525">
            <a:solidFill>
              <a:srgbClr val="000000"/>
            </a:solidFill>
            <a:prstDash val="solid"/>
            <a:round/>
            <a:headEnd len="sm" w="sm" type="none"/>
            <a:tailEnd len="sm" w="sm" type="none"/>
          </a:ln>
        </p:spPr>
      </p:pic>
      <p:pic>
        <p:nvPicPr>
          <p:cNvPr id="914" name="Google Shape;914;p21"/>
          <p:cNvPicPr preferRelativeResize="0"/>
          <p:nvPr/>
        </p:nvPicPr>
        <p:blipFill>
          <a:blip r:embed="rId3">
            <a:alphaModFix/>
          </a:blip>
          <a:stretch>
            <a:fillRect/>
          </a:stretch>
        </p:blipFill>
        <p:spPr>
          <a:xfrm>
            <a:off x="2032681" y="3473000"/>
            <a:ext cx="181700" cy="176775"/>
          </a:xfrm>
          <a:prstGeom prst="rect">
            <a:avLst/>
          </a:prstGeom>
          <a:noFill/>
          <a:ln cap="flat" cmpd="sng" w="9525">
            <a:solidFill>
              <a:srgbClr val="000000"/>
            </a:solidFill>
            <a:prstDash val="solid"/>
            <a:round/>
            <a:headEnd len="sm" w="sm" type="none"/>
            <a:tailEnd len="sm" w="sm" type="none"/>
          </a:ln>
        </p:spPr>
      </p:pic>
      <p:pic>
        <p:nvPicPr>
          <p:cNvPr id="915" name="Google Shape;915;p21"/>
          <p:cNvPicPr preferRelativeResize="0"/>
          <p:nvPr/>
        </p:nvPicPr>
        <p:blipFill>
          <a:blip r:embed="rId3">
            <a:alphaModFix/>
          </a:blip>
          <a:stretch>
            <a:fillRect/>
          </a:stretch>
        </p:blipFill>
        <p:spPr>
          <a:xfrm>
            <a:off x="1541781" y="3901463"/>
            <a:ext cx="181700" cy="176775"/>
          </a:xfrm>
          <a:prstGeom prst="rect">
            <a:avLst/>
          </a:prstGeom>
          <a:noFill/>
          <a:ln cap="flat" cmpd="sng" w="9525">
            <a:solidFill>
              <a:srgbClr val="000000"/>
            </a:solidFill>
            <a:prstDash val="solid"/>
            <a:round/>
            <a:headEnd len="sm" w="sm" type="none"/>
            <a:tailEnd len="sm" w="sm" type="none"/>
          </a:ln>
        </p:spPr>
      </p:pic>
      <p:pic>
        <p:nvPicPr>
          <p:cNvPr id="916" name="Google Shape;916;p21"/>
          <p:cNvPicPr preferRelativeResize="0"/>
          <p:nvPr/>
        </p:nvPicPr>
        <p:blipFill>
          <a:blip r:embed="rId3">
            <a:alphaModFix/>
          </a:blip>
          <a:stretch>
            <a:fillRect/>
          </a:stretch>
        </p:blipFill>
        <p:spPr>
          <a:xfrm>
            <a:off x="4011231" y="3901463"/>
            <a:ext cx="181700" cy="176775"/>
          </a:xfrm>
          <a:prstGeom prst="rect">
            <a:avLst/>
          </a:prstGeom>
          <a:noFill/>
          <a:ln cap="flat" cmpd="sng" w="9525">
            <a:solidFill>
              <a:srgbClr val="000000"/>
            </a:solidFill>
            <a:prstDash val="solid"/>
            <a:round/>
            <a:headEnd len="sm" w="sm" type="none"/>
            <a:tailEnd len="sm" w="sm" type="none"/>
          </a:ln>
        </p:spPr>
      </p:pic>
      <p:pic>
        <p:nvPicPr>
          <p:cNvPr id="917" name="Google Shape;917;p21"/>
          <p:cNvPicPr preferRelativeResize="0"/>
          <p:nvPr/>
        </p:nvPicPr>
        <p:blipFill>
          <a:blip r:embed="rId3">
            <a:alphaModFix/>
          </a:blip>
          <a:stretch>
            <a:fillRect/>
          </a:stretch>
        </p:blipFill>
        <p:spPr>
          <a:xfrm>
            <a:off x="2531431" y="3901413"/>
            <a:ext cx="181700" cy="176775"/>
          </a:xfrm>
          <a:prstGeom prst="rect">
            <a:avLst/>
          </a:prstGeom>
          <a:noFill/>
          <a:ln cap="flat" cmpd="sng" w="9525">
            <a:solidFill>
              <a:srgbClr val="000000"/>
            </a:solidFill>
            <a:prstDash val="solid"/>
            <a:round/>
            <a:headEnd len="sm" w="sm" type="none"/>
            <a:tailEnd len="sm" w="sm" type="none"/>
          </a:ln>
        </p:spPr>
      </p:pic>
      <p:sp>
        <p:nvSpPr>
          <p:cNvPr id="918" name="Google Shape;918;p21"/>
          <p:cNvSpPr/>
          <p:nvPr/>
        </p:nvSpPr>
        <p:spPr>
          <a:xfrm>
            <a:off x="5168807" y="2785082"/>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sp>
        <p:nvSpPr>
          <p:cNvPr id="919" name="Google Shape;919;p21"/>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grpSp>
        <p:nvGrpSpPr>
          <p:cNvPr id="920" name="Google Shape;920;p21"/>
          <p:cNvGrpSpPr/>
          <p:nvPr/>
        </p:nvGrpSpPr>
        <p:grpSpPr>
          <a:xfrm>
            <a:off x="4466300" y="3901450"/>
            <a:ext cx="2177400" cy="1182600"/>
            <a:chOff x="3843750" y="3642850"/>
            <a:chExt cx="2177400" cy="1182600"/>
          </a:xfrm>
        </p:grpSpPr>
        <p:sp>
          <p:nvSpPr>
            <p:cNvPr id="921" name="Google Shape;921;p21"/>
            <p:cNvSpPr/>
            <p:nvPr/>
          </p:nvSpPr>
          <p:spPr>
            <a:xfrm>
              <a:off x="3843750" y="3642850"/>
              <a:ext cx="2177400" cy="11826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sp>
          <p:nvSpPr>
            <p:cNvPr id="922" name="Google Shape;922;p21"/>
            <p:cNvSpPr txBox="1"/>
            <p:nvPr/>
          </p:nvSpPr>
          <p:spPr>
            <a:xfrm>
              <a:off x="5303181" y="3991687"/>
              <a:ext cx="657000" cy="2295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Dual Wield</a:t>
              </a:r>
              <a:endParaRPr b="1" sz="600"/>
            </a:p>
          </p:txBody>
        </p:sp>
        <p:sp>
          <p:nvSpPr>
            <p:cNvPr id="923" name="Google Shape;923;p21"/>
            <p:cNvSpPr txBox="1"/>
            <p:nvPr/>
          </p:nvSpPr>
          <p:spPr>
            <a:xfrm>
              <a:off x="5297831" y="4527037"/>
              <a:ext cx="657000" cy="229500"/>
            </a:xfrm>
            <a:prstGeom prst="rect">
              <a:avLst/>
            </a:prstGeom>
            <a:solidFill>
              <a:srgbClr val="FFE599"/>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Free Hand</a:t>
              </a:r>
              <a:endParaRPr b="1" sz="600"/>
            </a:p>
          </p:txBody>
        </p:sp>
        <p:sp>
          <p:nvSpPr>
            <p:cNvPr id="924" name="Google Shape;924;p21"/>
            <p:cNvSpPr txBox="1"/>
            <p:nvPr/>
          </p:nvSpPr>
          <p:spPr>
            <a:xfrm>
              <a:off x="5303181" y="4259362"/>
              <a:ext cx="657000" cy="229500"/>
            </a:xfrm>
            <a:prstGeom prst="rect">
              <a:avLst/>
            </a:prstGeom>
            <a:solidFill>
              <a:srgbClr val="F9CB9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Weapon/</a:t>
              </a:r>
              <a:endParaRPr b="1" sz="600"/>
            </a:p>
            <a:p>
              <a:pPr indent="0" lvl="0" marL="0" rtl="0" algn="ctr">
                <a:spcBef>
                  <a:spcPts val="0"/>
                </a:spcBef>
                <a:spcAft>
                  <a:spcPts val="0"/>
                </a:spcAft>
                <a:buNone/>
              </a:pPr>
              <a:r>
                <a:rPr b="1" lang="en" sz="600"/>
                <a:t>Free Hand</a:t>
              </a:r>
              <a:endParaRPr b="1" sz="600"/>
            </a:p>
          </p:txBody>
        </p:sp>
        <p:sp>
          <p:nvSpPr>
            <p:cNvPr id="925" name="Google Shape;925;p21"/>
            <p:cNvSpPr txBox="1"/>
            <p:nvPr/>
          </p:nvSpPr>
          <p:spPr>
            <a:xfrm>
              <a:off x="4596894" y="4527037"/>
              <a:ext cx="657000" cy="2295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Shield</a:t>
              </a:r>
              <a:endParaRPr b="1" sz="600"/>
            </a:p>
          </p:txBody>
        </p:sp>
        <p:sp>
          <p:nvSpPr>
            <p:cNvPr id="926" name="Google Shape;926;p21"/>
            <p:cNvSpPr txBox="1"/>
            <p:nvPr/>
          </p:nvSpPr>
          <p:spPr>
            <a:xfrm>
              <a:off x="4596894" y="3987800"/>
              <a:ext cx="657000" cy="229500"/>
            </a:xfrm>
            <a:prstGeom prst="rect">
              <a:avLst/>
            </a:prstGeom>
            <a:solidFill>
              <a:srgbClr val="CC4125"/>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Two-Hander</a:t>
              </a:r>
              <a:endParaRPr b="1" sz="600"/>
            </a:p>
          </p:txBody>
        </p:sp>
        <p:sp>
          <p:nvSpPr>
            <p:cNvPr id="927" name="Google Shape;927;p21"/>
            <p:cNvSpPr txBox="1"/>
            <p:nvPr/>
          </p:nvSpPr>
          <p:spPr>
            <a:xfrm>
              <a:off x="4596894" y="4255475"/>
              <a:ext cx="657000" cy="2295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Ranged</a:t>
              </a:r>
              <a:endParaRPr b="1" sz="600"/>
            </a:p>
          </p:txBody>
        </p:sp>
        <p:sp>
          <p:nvSpPr>
            <p:cNvPr id="928" name="Google Shape;928;p21"/>
            <p:cNvSpPr txBox="1"/>
            <p:nvPr/>
          </p:nvSpPr>
          <p:spPr>
            <a:xfrm>
              <a:off x="3895981" y="4255487"/>
              <a:ext cx="657000" cy="229500"/>
            </a:xfrm>
            <a:prstGeom prst="rect">
              <a:avLst/>
            </a:prstGeom>
            <a:solidFill>
              <a:srgbClr val="FFFFFF"/>
            </a:solidFill>
            <a:ln cap="flat" cmpd="sng" w="19050">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Stance Feats</a:t>
              </a:r>
              <a:endParaRPr b="1" sz="600"/>
            </a:p>
          </p:txBody>
        </p:sp>
        <p:grpSp>
          <p:nvGrpSpPr>
            <p:cNvPr id="929" name="Google Shape;929;p21"/>
            <p:cNvGrpSpPr/>
            <p:nvPr/>
          </p:nvGrpSpPr>
          <p:grpSpPr>
            <a:xfrm>
              <a:off x="3904279" y="4027100"/>
              <a:ext cx="640406" cy="150900"/>
              <a:chOff x="6248679" y="4159125"/>
              <a:chExt cx="640406" cy="150900"/>
            </a:xfrm>
          </p:grpSpPr>
          <p:sp>
            <p:nvSpPr>
              <p:cNvPr id="930" name="Google Shape;930;p21"/>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931" name="Google Shape;931;p21"/>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932" name="Google Shape;932;p21"/>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933" name="Google Shape;933;p21"/>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934" name="Google Shape;934;p21"/>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nvGrpSpPr>
            <p:cNvPr id="935" name="Google Shape;935;p21"/>
            <p:cNvGrpSpPr/>
            <p:nvPr/>
          </p:nvGrpSpPr>
          <p:grpSpPr>
            <a:xfrm>
              <a:off x="4695596" y="3787819"/>
              <a:ext cx="459600" cy="138257"/>
              <a:chOff x="5048746" y="3499256"/>
              <a:chExt cx="459600" cy="138257"/>
            </a:xfrm>
          </p:grpSpPr>
          <p:sp>
            <p:nvSpPr>
              <p:cNvPr id="936" name="Google Shape;936;p21"/>
              <p:cNvSpPr txBox="1"/>
              <p:nvPr/>
            </p:nvSpPr>
            <p:spPr>
              <a:xfrm>
                <a:off x="5056537" y="3499256"/>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cxnSp>
            <p:nvCxnSpPr>
              <p:cNvPr id="937" name="Google Shape;937;p21"/>
              <p:cNvCxnSpPr/>
              <p:nvPr/>
            </p:nvCxnSpPr>
            <p:spPr>
              <a:xfrm rot="10800000">
                <a:off x="5048746" y="3637514"/>
                <a:ext cx="459600" cy="0"/>
              </a:xfrm>
              <a:prstGeom prst="straightConnector1">
                <a:avLst/>
              </a:prstGeom>
              <a:noFill/>
              <a:ln cap="flat" cmpd="sng" w="9525">
                <a:solidFill>
                  <a:srgbClr val="000000"/>
                </a:solidFill>
                <a:prstDash val="solid"/>
                <a:round/>
                <a:headEnd len="med" w="med" type="none"/>
                <a:tailEnd len="med" w="med" type="triangle"/>
              </a:ln>
            </p:spPr>
          </p:cxnSp>
        </p:grpSp>
        <p:sp>
          <p:nvSpPr>
            <p:cNvPr id="938" name="Google Shape;938;p21"/>
            <p:cNvSpPr txBox="1"/>
            <p:nvPr/>
          </p:nvSpPr>
          <p:spPr>
            <a:xfrm>
              <a:off x="3895974" y="4527037"/>
              <a:ext cx="657000" cy="229500"/>
            </a:xfrm>
            <a:prstGeom prst="rect">
              <a:avLst/>
            </a:prstGeom>
            <a:solidFill>
              <a:srgbClr val="9FC5E8"/>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General Feat</a:t>
              </a:r>
              <a:endParaRPr b="1" sz="700"/>
            </a:p>
          </p:txBody>
        </p:sp>
      </p:grpSp>
      <p:sp>
        <p:nvSpPr>
          <p:cNvPr id="939" name="Google Shape;939;p21"/>
          <p:cNvSpPr txBox="1"/>
          <p:nvPr/>
        </p:nvSpPr>
        <p:spPr>
          <a:xfrm>
            <a:off x="5394132" y="472395"/>
            <a:ext cx="867900" cy="339600"/>
          </a:xfrm>
          <a:prstGeom prst="rect">
            <a:avLst/>
          </a:prstGeom>
          <a:solidFill>
            <a:srgbClr val="9FC5E8"/>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Shield Block</a:t>
            </a:r>
            <a:endParaRPr b="1" sz="800"/>
          </a:p>
        </p:txBody>
      </p:sp>
      <p:cxnSp>
        <p:nvCxnSpPr>
          <p:cNvPr id="940" name="Google Shape;940;p21"/>
          <p:cNvCxnSpPr>
            <a:stCxn id="939" idx="2"/>
            <a:endCxn id="834" idx="0"/>
          </p:cNvCxnSpPr>
          <p:nvPr/>
        </p:nvCxnSpPr>
        <p:spPr>
          <a:xfrm flipH="1" rot="-5400000">
            <a:off x="5355282" y="1284795"/>
            <a:ext cx="946200" cy="600"/>
          </a:xfrm>
          <a:prstGeom prst="bentConnector3">
            <a:avLst>
              <a:gd fmla="val 50004" name="adj1"/>
            </a:avLst>
          </a:prstGeom>
          <a:noFill/>
          <a:ln cap="flat" cmpd="sng" w="19050">
            <a:solidFill>
              <a:srgbClr val="000000"/>
            </a:solidFill>
            <a:prstDash val="solid"/>
            <a:round/>
            <a:headEnd len="med" w="med" type="none"/>
            <a:tailEnd len="med" w="med" type="triangle"/>
          </a:ln>
        </p:spPr>
      </p:cxnSp>
      <p:cxnSp>
        <p:nvCxnSpPr>
          <p:cNvPr id="941" name="Google Shape;941;p21"/>
          <p:cNvCxnSpPr>
            <a:stCxn id="939" idx="3"/>
            <a:endCxn id="837" idx="1"/>
          </p:cNvCxnSpPr>
          <p:nvPr/>
        </p:nvCxnSpPr>
        <p:spPr>
          <a:xfrm>
            <a:off x="6262032" y="642195"/>
            <a:ext cx="768900" cy="1714500"/>
          </a:xfrm>
          <a:prstGeom prst="bentConnector3">
            <a:avLst>
              <a:gd fmla="val 10872" name="adj1"/>
            </a:avLst>
          </a:prstGeom>
          <a:noFill/>
          <a:ln cap="flat" cmpd="sng" w="19050">
            <a:solidFill>
              <a:srgbClr val="000000"/>
            </a:solidFill>
            <a:prstDash val="solid"/>
            <a:round/>
            <a:headEnd len="med" w="med" type="none"/>
            <a:tailEnd len="med" w="med" type="triangle"/>
          </a:ln>
        </p:spPr>
      </p:cxnSp>
      <p:sp>
        <p:nvSpPr>
          <p:cNvPr id="942" name="Google Shape;942;p21"/>
          <p:cNvSpPr txBox="1"/>
          <p:nvPr/>
        </p:nvSpPr>
        <p:spPr>
          <a:xfrm>
            <a:off x="1340263" y="1758288"/>
            <a:ext cx="868200" cy="339600"/>
          </a:xfrm>
          <a:prstGeom prst="rect">
            <a:avLst/>
          </a:prstGeom>
          <a:solidFill>
            <a:srgbClr val="F9CB9C"/>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Disarming</a:t>
            </a:r>
            <a:endParaRPr b="1" sz="800"/>
          </a:p>
          <a:p>
            <a:pPr indent="0" lvl="0" marL="0" rtl="0" algn="ctr">
              <a:spcBef>
                <a:spcPts val="0"/>
              </a:spcBef>
              <a:spcAft>
                <a:spcPts val="0"/>
              </a:spcAft>
              <a:buNone/>
            </a:pPr>
            <a:r>
              <a:rPr b="1" lang="en" sz="800"/>
              <a:t>Stance</a:t>
            </a:r>
            <a:endParaRPr b="1" sz="800"/>
          </a:p>
        </p:txBody>
      </p:sp>
      <p:pic>
        <p:nvPicPr>
          <p:cNvPr id="943" name="Google Shape;943;p21"/>
          <p:cNvPicPr preferRelativeResize="0"/>
          <p:nvPr/>
        </p:nvPicPr>
        <p:blipFill>
          <a:blip r:embed="rId3">
            <a:alphaModFix/>
          </a:blip>
          <a:stretch>
            <a:fillRect/>
          </a:stretch>
        </p:blipFill>
        <p:spPr>
          <a:xfrm>
            <a:off x="2036275" y="1758450"/>
            <a:ext cx="166250" cy="161744"/>
          </a:xfrm>
          <a:prstGeom prst="rect">
            <a:avLst/>
          </a:prstGeom>
          <a:noFill/>
          <a:ln cap="flat" cmpd="sng" w="9525">
            <a:solidFill>
              <a:srgbClr val="000000"/>
            </a:solidFill>
            <a:prstDash val="solid"/>
            <a:round/>
            <a:headEnd len="sm" w="sm" type="none"/>
            <a:tailEnd len="sm" w="sm" type="none"/>
          </a:ln>
        </p:spPr>
      </p:pic>
      <p:sp>
        <p:nvSpPr>
          <p:cNvPr id="944" name="Google Shape;944;p21"/>
          <p:cNvSpPr/>
          <p:nvPr/>
        </p:nvSpPr>
        <p:spPr>
          <a:xfrm>
            <a:off x="1289507" y="1730294"/>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22"/>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50" name="Google Shape;950;p22"/>
          <p:cNvSpPr/>
          <p:nvPr/>
        </p:nvSpPr>
        <p:spPr>
          <a:xfrm>
            <a:off x="100" y="42799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951" name="Google Shape;951;p22"/>
          <p:cNvSpPr/>
          <p:nvPr/>
        </p:nvSpPr>
        <p:spPr>
          <a:xfrm>
            <a:off x="100" y="85662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952" name="Google Shape;952;p22"/>
          <p:cNvSpPr/>
          <p:nvPr/>
        </p:nvSpPr>
        <p:spPr>
          <a:xfrm>
            <a:off x="100" y="128525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953" name="Google Shape;953;p22"/>
          <p:cNvSpPr/>
          <p:nvPr/>
        </p:nvSpPr>
        <p:spPr>
          <a:xfrm>
            <a:off x="100" y="1713889"/>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954" name="Google Shape;954;p22"/>
          <p:cNvSpPr/>
          <p:nvPr/>
        </p:nvSpPr>
        <p:spPr>
          <a:xfrm>
            <a:off x="100" y="2142520"/>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955" name="Google Shape;955;p22"/>
          <p:cNvSpPr/>
          <p:nvPr/>
        </p:nvSpPr>
        <p:spPr>
          <a:xfrm>
            <a:off x="100" y="2571150"/>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956" name="Google Shape;956;p22"/>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Fighter Class Feat Tree </a:t>
            </a:r>
            <a:r>
              <a:rPr b="1" lang="en" sz="1600"/>
              <a:t>(continued...)</a:t>
            </a:r>
            <a:endParaRPr b="1" sz="1600"/>
          </a:p>
        </p:txBody>
      </p:sp>
      <p:sp>
        <p:nvSpPr>
          <p:cNvPr id="957" name="Google Shape;957;p22"/>
          <p:cNvSpPr/>
          <p:nvPr/>
        </p:nvSpPr>
        <p:spPr>
          <a:xfrm>
            <a:off x="100" y="2999792"/>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958" name="Google Shape;958;p22"/>
          <p:cNvSpPr/>
          <p:nvPr/>
        </p:nvSpPr>
        <p:spPr>
          <a:xfrm>
            <a:off x="100" y="3428422"/>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959" name="Google Shape;959;p22"/>
          <p:cNvSpPr/>
          <p:nvPr/>
        </p:nvSpPr>
        <p:spPr>
          <a:xfrm>
            <a:off x="100" y="385705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960" name="Google Shape;960;p22"/>
          <p:cNvSpPr/>
          <p:nvPr/>
        </p:nvSpPr>
        <p:spPr>
          <a:xfrm>
            <a:off x="100" y="428568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961" name="Google Shape;961;p22"/>
          <p:cNvSpPr/>
          <p:nvPr/>
        </p:nvSpPr>
        <p:spPr>
          <a:xfrm>
            <a:off x="100" y="471431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
        <p:nvSpPr>
          <p:cNvPr id="962" name="Google Shape;962;p22"/>
          <p:cNvSpPr txBox="1"/>
          <p:nvPr/>
        </p:nvSpPr>
        <p:spPr>
          <a:xfrm>
            <a:off x="8020858" y="4723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Sudden</a:t>
            </a:r>
            <a:endParaRPr b="1" sz="800"/>
          </a:p>
          <a:p>
            <a:pPr indent="0" lvl="0" marL="0" rtl="0" algn="ctr">
              <a:spcBef>
                <a:spcPts val="0"/>
              </a:spcBef>
              <a:spcAft>
                <a:spcPts val="0"/>
              </a:spcAft>
              <a:buNone/>
            </a:pPr>
            <a:r>
              <a:rPr b="1" lang="en" sz="800"/>
              <a:t>Charge</a:t>
            </a:r>
            <a:endParaRPr b="1" sz="800"/>
          </a:p>
        </p:txBody>
      </p:sp>
      <p:sp>
        <p:nvSpPr>
          <p:cNvPr id="963" name="Google Shape;963;p22"/>
          <p:cNvSpPr txBox="1"/>
          <p:nvPr/>
        </p:nvSpPr>
        <p:spPr>
          <a:xfrm>
            <a:off x="4473665"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Exacting</a:t>
            </a:r>
            <a:endParaRPr b="1" sz="800"/>
          </a:p>
          <a:p>
            <a:pPr indent="0" lvl="0" marL="0" rtl="0" algn="ctr">
              <a:spcBef>
                <a:spcPts val="0"/>
              </a:spcBef>
              <a:spcAft>
                <a:spcPts val="0"/>
              </a:spcAft>
              <a:buNone/>
            </a:pPr>
            <a:r>
              <a:rPr b="1" lang="en" sz="800"/>
              <a:t>Strike</a:t>
            </a:r>
            <a:endParaRPr b="1" sz="800"/>
          </a:p>
        </p:txBody>
      </p:sp>
      <p:sp>
        <p:nvSpPr>
          <p:cNvPr id="964" name="Google Shape;964;p22"/>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65" name="Google Shape;965;p22"/>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66" name="Google Shape;966;p22"/>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67" name="Google Shape;967;p22"/>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68" name="Google Shape;968;p22"/>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69" name="Google Shape;969;p22"/>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70" name="Google Shape;970;p22"/>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71" name="Google Shape;971;p22"/>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72" name="Google Shape;972;p22"/>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73" name="Google Shape;973;p22"/>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974" name="Google Shape;974;p22"/>
          <p:cNvSpPr txBox="1"/>
          <p:nvPr/>
        </p:nvSpPr>
        <p:spPr>
          <a:xfrm>
            <a:off x="6015404"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Intimidating</a:t>
            </a:r>
            <a:endParaRPr b="1" sz="800"/>
          </a:p>
          <a:p>
            <a:pPr indent="0" lvl="0" marL="0" rtl="0" algn="ctr">
              <a:spcBef>
                <a:spcPts val="0"/>
              </a:spcBef>
              <a:spcAft>
                <a:spcPts val="0"/>
              </a:spcAft>
              <a:buNone/>
            </a:pPr>
            <a:r>
              <a:rPr b="1" lang="en" sz="800"/>
              <a:t>Strike</a:t>
            </a:r>
            <a:endParaRPr b="1" sz="800"/>
          </a:p>
        </p:txBody>
      </p:sp>
      <p:sp>
        <p:nvSpPr>
          <p:cNvPr id="975" name="Google Shape;975;p22"/>
          <p:cNvSpPr txBox="1"/>
          <p:nvPr/>
        </p:nvSpPr>
        <p:spPr>
          <a:xfrm>
            <a:off x="6524661" y="175830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Revealing</a:t>
            </a:r>
            <a:endParaRPr b="1" sz="800"/>
          </a:p>
          <a:p>
            <a:pPr indent="0" lvl="0" marL="0" rtl="0" algn="ctr">
              <a:spcBef>
                <a:spcPts val="0"/>
              </a:spcBef>
              <a:spcAft>
                <a:spcPts val="0"/>
              </a:spcAft>
              <a:buNone/>
            </a:pPr>
            <a:r>
              <a:rPr b="1" lang="en" sz="800"/>
              <a:t>Stab</a:t>
            </a:r>
            <a:endParaRPr b="1" sz="800"/>
          </a:p>
        </p:txBody>
      </p:sp>
      <p:sp>
        <p:nvSpPr>
          <p:cNvPr id="976" name="Google Shape;976;p22"/>
          <p:cNvSpPr txBox="1"/>
          <p:nvPr/>
        </p:nvSpPr>
        <p:spPr>
          <a:xfrm>
            <a:off x="7815224" y="17583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Shatter</a:t>
            </a:r>
            <a:endParaRPr b="1" sz="800"/>
          </a:p>
          <a:p>
            <a:pPr indent="0" lvl="0" marL="0" rtl="0" algn="ctr">
              <a:spcBef>
                <a:spcPts val="0"/>
              </a:spcBef>
              <a:spcAft>
                <a:spcPts val="0"/>
              </a:spcAft>
              <a:buNone/>
            </a:pPr>
            <a:r>
              <a:rPr b="1" lang="en" sz="800"/>
              <a:t>Defenses</a:t>
            </a:r>
            <a:endParaRPr b="1" sz="800"/>
          </a:p>
        </p:txBody>
      </p:sp>
      <p:sp>
        <p:nvSpPr>
          <p:cNvPr id="977" name="Google Shape;977;p22"/>
          <p:cNvSpPr txBox="1"/>
          <p:nvPr/>
        </p:nvSpPr>
        <p:spPr>
          <a:xfrm>
            <a:off x="7048561" y="132968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Swipe</a:t>
            </a:r>
            <a:endParaRPr b="1" sz="800"/>
          </a:p>
        </p:txBody>
      </p:sp>
      <p:sp>
        <p:nvSpPr>
          <p:cNvPr id="978" name="Google Shape;978;p22"/>
          <p:cNvSpPr txBox="1"/>
          <p:nvPr/>
        </p:nvSpPr>
        <p:spPr>
          <a:xfrm>
            <a:off x="7267861" y="21869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Sudden</a:t>
            </a:r>
            <a:endParaRPr b="1" sz="800"/>
          </a:p>
          <a:p>
            <a:pPr indent="0" lvl="0" marL="0" rtl="0" algn="ctr">
              <a:spcBef>
                <a:spcPts val="0"/>
              </a:spcBef>
              <a:spcAft>
                <a:spcPts val="0"/>
              </a:spcAft>
              <a:buNone/>
            </a:pPr>
            <a:r>
              <a:rPr b="1" lang="en" sz="800"/>
              <a:t>Leap</a:t>
            </a:r>
            <a:endParaRPr b="1" sz="800"/>
          </a:p>
        </p:txBody>
      </p:sp>
      <p:sp>
        <p:nvSpPr>
          <p:cNvPr id="979" name="Google Shape;979;p22"/>
          <p:cNvSpPr txBox="1"/>
          <p:nvPr/>
        </p:nvSpPr>
        <p:spPr>
          <a:xfrm>
            <a:off x="6524644" y="2615563"/>
            <a:ext cx="972300" cy="339600"/>
          </a:xfrm>
          <a:prstGeom prst="rect">
            <a:avLst/>
          </a:prstGeom>
          <a:solidFill>
            <a:srgbClr val="FFFFFF"/>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Disruptive</a:t>
            </a:r>
            <a:endParaRPr b="1" sz="800"/>
          </a:p>
          <a:p>
            <a:pPr indent="0" lvl="0" marL="0" rtl="0" algn="ctr">
              <a:spcBef>
                <a:spcPts val="0"/>
              </a:spcBef>
              <a:spcAft>
                <a:spcPts val="0"/>
              </a:spcAft>
              <a:buNone/>
            </a:pPr>
            <a:r>
              <a:rPr b="1" lang="en" sz="800"/>
              <a:t>Stance</a:t>
            </a:r>
            <a:endParaRPr b="1" sz="800"/>
          </a:p>
        </p:txBody>
      </p:sp>
      <p:sp>
        <p:nvSpPr>
          <p:cNvPr id="980" name="Google Shape;980;p22"/>
          <p:cNvSpPr txBox="1"/>
          <p:nvPr/>
        </p:nvSpPr>
        <p:spPr>
          <a:xfrm>
            <a:off x="7815233" y="26155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Fearsome</a:t>
            </a:r>
            <a:endParaRPr b="1" sz="800"/>
          </a:p>
          <a:p>
            <a:pPr indent="0" lvl="0" marL="0" rtl="0" algn="ctr">
              <a:spcBef>
                <a:spcPts val="0"/>
              </a:spcBef>
              <a:spcAft>
                <a:spcPts val="0"/>
              </a:spcAft>
              <a:buNone/>
            </a:pPr>
            <a:r>
              <a:rPr b="1" lang="en" sz="800"/>
              <a:t>Brute</a:t>
            </a:r>
            <a:endParaRPr b="1" sz="800"/>
          </a:p>
        </p:txBody>
      </p:sp>
      <p:sp>
        <p:nvSpPr>
          <p:cNvPr id="981" name="Google Shape;981;p22"/>
          <p:cNvSpPr txBox="1"/>
          <p:nvPr/>
        </p:nvSpPr>
        <p:spPr>
          <a:xfrm>
            <a:off x="3325841" y="34728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Determination</a:t>
            </a:r>
            <a:endParaRPr b="1" sz="800"/>
          </a:p>
        </p:txBody>
      </p:sp>
      <p:sp>
        <p:nvSpPr>
          <p:cNvPr id="982" name="Google Shape;982;p22"/>
          <p:cNvSpPr txBox="1"/>
          <p:nvPr/>
        </p:nvSpPr>
        <p:spPr>
          <a:xfrm>
            <a:off x="1041242"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Desperate</a:t>
            </a:r>
            <a:endParaRPr b="1" sz="800"/>
          </a:p>
          <a:p>
            <a:pPr indent="0" lvl="0" marL="0" rtl="0" algn="ctr">
              <a:spcBef>
                <a:spcPts val="0"/>
              </a:spcBef>
              <a:spcAft>
                <a:spcPts val="0"/>
              </a:spcAft>
              <a:buNone/>
            </a:pPr>
            <a:r>
              <a:rPr b="1" lang="en" sz="800"/>
              <a:t>Finisher</a:t>
            </a:r>
            <a:endParaRPr b="1" sz="800"/>
          </a:p>
        </p:txBody>
      </p:sp>
      <p:sp>
        <p:nvSpPr>
          <p:cNvPr id="983" name="Google Shape;983;p22"/>
          <p:cNvSpPr txBox="1"/>
          <p:nvPr/>
        </p:nvSpPr>
        <p:spPr>
          <a:xfrm>
            <a:off x="5610444" y="3472838"/>
            <a:ext cx="972300" cy="339600"/>
          </a:xfrm>
          <a:prstGeom prst="rect">
            <a:avLst/>
          </a:prstGeom>
          <a:solidFill>
            <a:srgbClr val="FFFFFF"/>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Stance</a:t>
            </a:r>
            <a:endParaRPr b="1" sz="800"/>
          </a:p>
          <a:p>
            <a:pPr indent="0" lvl="0" marL="0" rtl="0" algn="ctr">
              <a:spcBef>
                <a:spcPts val="0"/>
              </a:spcBef>
              <a:spcAft>
                <a:spcPts val="0"/>
              </a:spcAft>
              <a:buNone/>
            </a:pPr>
            <a:r>
              <a:rPr b="1" lang="en" sz="800"/>
              <a:t>Savant</a:t>
            </a:r>
            <a:endParaRPr b="1" sz="800"/>
          </a:p>
        </p:txBody>
      </p:sp>
      <p:sp>
        <p:nvSpPr>
          <p:cNvPr id="984" name="Google Shape;984;p22"/>
          <p:cNvSpPr txBox="1"/>
          <p:nvPr/>
        </p:nvSpPr>
        <p:spPr>
          <a:xfrm>
            <a:off x="7895058" y="34728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320025" wrap="square" tIns="9125">
            <a:noAutofit/>
          </a:bodyPr>
          <a:lstStyle/>
          <a:p>
            <a:pPr indent="0" lvl="0" marL="0" rtl="0" algn="ctr">
              <a:spcBef>
                <a:spcPts val="0"/>
              </a:spcBef>
              <a:spcAft>
                <a:spcPts val="0"/>
              </a:spcAft>
              <a:buNone/>
            </a:pPr>
            <a:r>
              <a:rPr b="1" lang="en" sz="800"/>
              <a:t>Whirlwind</a:t>
            </a:r>
            <a:endParaRPr b="1" sz="800"/>
          </a:p>
          <a:p>
            <a:pPr indent="0" lvl="0" marL="0" rtl="0" algn="ctr">
              <a:spcBef>
                <a:spcPts val="0"/>
              </a:spcBef>
              <a:spcAft>
                <a:spcPts val="0"/>
              </a:spcAft>
              <a:buNone/>
            </a:pPr>
            <a:r>
              <a:rPr b="1" lang="en" sz="800"/>
              <a:t>Strike</a:t>
            </a:r>
            <a:endParaRPr b="1" sz="800"/>
          </a:p>
        </p:txBody>
      </p:sp>
      <p:sp>
        <p:nvSpPr>
          <p:cNvPr id="985" name="Google Shape;985;p22"/>
          <p:cNvSpPr txBox="1"/>
          <p:nvPr/>
        </p:nvSpPr>
        <p:spPr>
          <a:xfrm>
            <a:off x="4468154" y="43300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Savage</a:t>
            </a:r>
            <a:endParaRPr b="1" sz="800"/>
          </a:p>
          <a:p>
            <a:pPr indent="0" lvl="0" marL="0" rtl="0" algn="ctr">
              <a:spcBef>
                <a:spcPts val="0"/>
              </a:spcBef>
              <a:spcAft>
                <a:spcPts val="0"/>
              </a:spcAft>
              <a:buNone/>
            </a:pPr>
            <a:r>
              <a:rPr b="1" lang="en" sz="800"/>
              <a:t>Critical</a:t>
            </a:r>
            <a:endParaRPr b="1" sz="800"/>
          </a:p>
        </p:txBody>
      </p:sp>
      <p:sp>
        <p:nvSpPr>
          <p:cNvPr id="986" name="Google Shape;986;p22"/>
          <p:cNvSpPr txBox="1"/>
          <p:nvPr/>
        </p:nvSpPr>
        <p:spPr>
          <a:xfrm>
            <a:off x="6045594" y="47587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Weapon</a:t>
            </a:r>
            <a:endParaRPr b="1" sz="800"/>
          </a:p>
          <a:p>
            <a:pPr indent="0" lvl="0" marL="0" rtl="0" algn="ctr">
              <a:spcBef>
                <a:spcPts val="0"/>
              </a:spcBef>
              <a:spcAft>
                <a:spcPts val="0"/>
              </a:spcAft>
              <a:buNone/>
            </a:pPr>
            <a:r>
              <a:rPr b="1" lang="en" sz="800"/>
              <a:t>Supremacy</a:t>
            </a:r>
            <a:endParaRPr b="1" sz="800"/>
          </a:p>
        </p:txBody>
      </p:sp>
      <p:sp>
        <p:nvSpPr>
          <p:cNvPr id="987" name="Google Shape;987;p22"/>
          <p:cNvSpPr txBox="1"/>
          <p:nvPr/>
        </p:nvSpPr>
        <p:spPr>
          <a:xfrm>
            <a:off x="2918904" y="47587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Boundless</a:t>
            </a:r>
            <a:endParaRPr b="1" sz="800"/>
          </a:p>
          <a:p>
            <a:pPr indent="0" lvl="0" marL="0" rtl="0" algn="ctr">
              <a:spcBef>
                <a:spcPts val="0"/>
              </a:spcBef>
              <a:spcAft>
                <a:spcPts val="0"/>
              </a:spcAft>
              <a:buNone/>
            </a:pPr>
            <a:r>
              <a:rPr b="1" lang="en" sz="800"/>
              <a:t>Reprisals</a:t>
            </a:r>
            <a:endParaRPr b="1" sz="800"/>
          </a:p>
        </p:txBody>
      </p:sp>
      <p:sp>
        <p:nvSpPr>
          <p:cNvPr id="988" name="Google Shape;988;p22"/>
          <p:cNvSpPr txBox="1"/>
          <p:nvPr/>
        </p:nvSpPr>
        <p:spPr>
          <a:xfrm>
            <a:off x="4473679" y="13296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a:t>
            </a:r>
            <a:endParaRPr b="1" sz="800"/>
          </a:p>
          <a:p>
            <a:pPr indent="0" lvl="0" marL="0" rtl="0" algn="ctr">
              <a:spcBef>
                <a:spcPts val="0"/>
              </a:spcBef>
              <a:spcAft>
                <a:spcPts val="0"/>
              </a:spcAft>
              <a:buNone/>
            </a:pPr>
            <a:r>
              <a:rPr b="1" lang="en" sz="800"/>
              <a:t>Reversal</a:t>
            </a:r>
            <a:endParaRPr b="1" sz="800"/>
          </a:p>
        </p:txBody>
      </p:sp>
      <p:cxnSp>
        <p:nvCxnSpPr>
          <p:cNvPr id="989" name="Google Shape;989;p22"/>
          <p:cNvCxnSpPr>
            <a:endCxn id="990" idx="0"/>
          </p:cNvCxnSpPr>
          <p:nvPr/>
        </p:nvCxnSpPr>
        <p:spPr>
          <a:xfrm rot="5400000">
            <a:off x="938591" y="1284124"/>
            <a:ext cx="946200" cy="2100"/>
          </a:xfrm>
          <a:prstGeom prst="bentConnector3">
            <a:avLst>
              <a:gd fmla="val 50000" name="adj1"/>
            </a:avLst>
          </a:prstGeom>
          <a:noFill/>
          <a:ln cap="flat" cmpd="sng" w="19050">
            <a:solidFill>
              <a:srgbClr val="000000"/>
            </a:solidFill>
            <a:prstDash val="solid"/>
            <a:round/>
            <a:headEnd len="med" w="med" type="none"/>
            <a:tailEnd len="med" w="med" type="triangle"/>
          </a:ln>
        </p:spPr>
      </p:cxnSp>
      <p:sp>
        <p:nvSpPr>
          <p:cNvPr id="991" name="Google Shape;991;p22"/>
          <p:cNvSpPr txBox="1"/>
          <p:nvPr/>
        </p:nvSpPr>
        <p:spPr>
          <a:xfrm>
            <a:off x="2652915" y="17582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Advanced</a:t>
            </a:r>
            <a:endParaRPr b="1" sz="800"/>
          </a:p>
          <a:p>
            <a:pPr indent="0" lvl="0" marL="0" rtl="0" algn="ctr">
              <a:spcBef>
                <a:spcPts val="0"/>
              </a:spcBef>
              <a:spcAft>
                <a:spcPts val="0"/>
              </a:spcAft>
              <a:buNone/>
            </a:pPr>
            <a:r>
              <a:rPr b="1" lang="en" sz="800"/>
              <a:t>Weapon Training</a:t>
            </a:r>
            <a:endParaRPr b="1" sz="800"/>
          </a:p>
        </p:txBody>
      </p:sp>
      <p:sp>
        <p:nvSpPr>
          <p:cNvPr id="992" name="Google Shape;992;p22"/>
          <p:cNvSpPr txBox="1"/>
          <p:nvPr/>
        </p:nvSpPr>
        <p:spPr>
          <a:xfrm>
            <a:off x="3943504" y="17582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Advantageous</a:t>
            </a:r>
            <a:endParaRPr b="1" sz="800"/>
          </a:p>
          <a:p>
            <a:pPr indent="0" lvl="0" marL="0" rtl="0" algn="ctr">
              <a:spcBef>
                <a:spcPts val="0"/>
              </a:spcBef>
              <a:spcAft>
                <a:spcPts val="0"/>
              </a:spcAft>
              <a:buNone/>
            </a:pPr>
            <a:r>
              <a:rPr b="1" lang="en" sz="800"/>
              <a:t>Assault</a:t>
            </a:r>
            <a:endParaRPr b="1" sz="800"/>
          </a:p>
        </p:txBody>
      </p:sp>
      <p:sp>
        <p:nvSpPr>
          <p:cNvPr id="993" name="Google Shape;993;p22"/>
          <p:cNvSpPr txBox="1"/>
          <p:nvPr/>
        </p:nvSpPr>
        <p:spPr>
          <a:xfrm>
            <a:off x="5203519"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Felling</a:t>
            </a:r>
            <a:endParaRPr b="1" sz="800"/>
          </a:p>
          <a:p>
            <a:pPr indent="0" lvl="0" marL="0" rtl="0" algn="ctr">
              <a:spcBef>
                <a:spcPts val="0"/>
              </a:spcBef>
              <a:spcAft>
                <a:spcPts val="0"/>
              </a:spcAft>
              <a:buNone/>
            </a:pPr>
            <a:r>
              <a:rPr b="1" lang="en" sz="800"/>
              <a:t>Strike</a:t>
            </a:r>
            <a:endParaRPr b="1" sz="800"/>
          </a:p>
        </p:txBody>
      </p:sp>
      <p:sp>
        <p:nvSpPr>
          <p:cNvPr id="994" name="Google Shape;994;p22"/>
          <p:cNvSpPr txBox="1"/>
          <p:nvPr/>
        </p:nvSpPr>
        <p:spPr>
          <a:xfrm>
            <a:off x="3139190"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Blind Fight</a:t>
            </a:r>
            <a:endParaRPr b="1" sz="800"/>
          </a:p>
        </p:txBody>
      </p:sp>
      <p:sp>
        <p:nvSpPr>
          <p:cNvPr id="995" name="Google Shape;995;p22"/>
          <p:cNvSpPr txBox="1"/>
          <p:nvPr/>
        </p:nvSpPr>
        <p:spPr>
          <a:xfrm>
            <a:off x="3946578"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Certain Strike</a:t>
            </a:r>
            <a:endParaRPr b="1" sz="800"/>
          </a:p>
        </p:txBody>
      </p:sp>
      <p:sp>
        <p:nvSpPr>
          <p:cNvPr id="996" name="Google Shape;996;p22"/>
          <p:cNvSpPr txBox="1"/>
          <p:nvPr/>
        </p:nvSpPr>
        <p:spPr>
          <a:xfrm>
            <a:off x="2689613" y="26155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Agile Grace</a:t>
            </a:r>
            <a:endParaRPr b="1" sz="800"/>
          </a:p>
        </p:txBody>
      </p:sp>
      <p:sp>
        <p:nvSpPr>
          <p:cNvPr id="997" name="Google Shape;997;p22"/>
          <p:cNvSpPr txBox="1"/>
          <p:nvPr/>
        </p:nvSpPr>
        <p:spPr>
          <a:xfrm>
            <a:off x="6015390"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Spring</a:t>
            </a:r>
            <a:endParaRPr b="1" sz="800"/>
          </a:p>
          <a:p>
            <a:pPr indent="0" lvl="0" marL="0" rtl="0" algn="ctr">
              <a:spcBef>
                <a:spcPts val="0"/>
              </a:spcBef>
              <a:spcAft>
                <a:spcPts val="0"/>
              </a:spcAft>
              <a:buNone/>
            </a:pPr>
            <a:r>
              <a:rPr b="1" lang="en" sz="800"/>
              <a:t>Attack</a:t>
            </a:r>
            <a:endParaRPr b="1" sz="800"/>
          </a:p>
        </p:txBody>
      </p:sp>
      <p:sp>
        <p:nvSpPr>
          <p:cNvPr id="998" name="Google Shape;998;p22"/>
          <p:cNvSpPr txBox="1"/>
          <p:nvPr/>
        </p:nvSpPr>
        <p:spPr>
          <a:xfrm>
            <a:off x="5203517"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Combat</a:t>
            </a:r>
            <a:endParaRPr b="1" sz="800"/>
          </a:p>
          <a:p>
            <a:pPr indent="0" lvl="0" marL="0" rtl="0" algn="ctr">
              <a:spcBef>
                <a:spcPts val="0"/>
              </a:spcBef>
              <a:spcAft>
                <a:spcPts val="0"/>
              </a:spcAft>
              <a:buNone/>
            </a:pPr>
            <a:r>
              <a:rPr b="1" lang="en" sz="800"/>
              <a:t>Reflexes</a:t>
            </a:r>
            <a:endParaRPr b="1" sz="800"/>
          </a:p>
        </p:txBody>
      </p:sp>
      <p:grpSp>
        <p:nvGrpSpPr>
          <p:cNvPr id="999" name="Google Shape;999;p22"/>
          <p:cNvGrpSpPr/>
          <p:nvPr/>
        </p:nvGrpSpPr>
        <p:grpSpPr>
          <a:xfrm>
            <a:off x="924491" y="472386"/>
            <a:ext cx="974300" cy="1625488"/>
            <a:chOff x="3952079" y="472424"/>
            <a:chExt cx="974300" cy="1625488"/>
          </a:xfrm>
        </p:grpSpPr>
        <p:sp>
          <p:nvSpPr>
            <p:cNvPr id="1000" name="Google Shape;1000;p22"/>
            <p:cNvSpPr txBox="1"/>
            <p:nvPr/>
          </p:nvSpPr>
          <p:spPr>
            <a:xfrm>
              <a:off x="3954079" y="4724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Power</a:t>
              </a:r>
              <a:endParaRPr b="1" sz="800"/>
            </a:p>
            <a:p>
              <a:pPr indent="0" lvl="0" marL="0" rtl="0" algn="ctr">
                <a:spcBef>
                  <a:spcPts val="0"/>
                </a:spcBef>
                <a:spcAft>
                  <a:spcPts val="0"/>
                </a:spcAft>
                <a:buNone/>
              </a:pPr>
              <a:r>
                <a:rPr b="1" lang="en" sz="800"/>
                <a:t>Attack</a:t>
              </a:r>
              <a:endParaRPr b="1" sz="800"/>
            </a:p>
          </p:txBody>
        </p:sp>
        <p:sp>
          <p:nvSpPr>
            <p:cNvPr id="990" name="Google Shape;990;p22"/>
            <p:cNvSpPr txBox="1"/>
            <p:nvPr/>
          </p:nvSpPr>
          <p:spPr>
            <a:xfrm>
              <a:off x="3952079" y="17583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Furious Focus</a:t>
              </a:r>
              <a:endParaRPr b="1" sz="800"/>
            </a:p>
          </p:txBody>
        </p:sp>
      </p:grpSp>
      <p:grpSp>
        <p:nvGrpSpPr>
          <p:cNvPr id="1001" name="Google Shape;1001;p22"/>
          <p:cNvGrpSpPr/>
          <p:nvPr/>
        </p:nvGrpSpPr>
        <p:grpSpPr>
          <a:xfrm>
            <a:off x="2077131" y="901025"/>
            <a:ext cx="973300" cy="2482763"/>
            <a:chOff x="4985244" y="901038"/>
            <a:chExt cx="973300" cy="2482763"/>
          </a:xfrm>
        </p:grpSpPr>
        <p:sp>
          <p:nvSpPr>
            <p:cNvPr id="1002" name="Google Shape;1002;p22"/>
            <p:cNvSpPr txBox="1"/>
            <p:nvPr/>
          </p:nvSpPr>
          <p:spPr>
            <a:xfrm>
              <a:off x="4986244" y="901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Lunge</a:t>
              </a:r>
              <a:endParaRPr b="1" sz="800"/>
            </a:p>
          </p:txBody>
        </p:sp>
        <p:sp>
          <p:nvSpPr>
            <p:cNvPr id="1003" name="Google Shape;1003;p22"/>
            <p:cNvSpPr txBox="1"/>
            <p:nvPr/>
          </p:nvSpPr>
          <p:spPr>
            <a:xfrm>
              <a:off x="4985244" y="3044200"/>
              <a:ext cx="972300" cy="339600"/>
            </a:xfrm>
            <a:prstGeom prst="rect">
              <a:avLst/>
            </a:prstGeom>
            <a:solidFill>
              <a:srgbClr val="FFFFFF"/>
            </a:solidFill>
            <a:ln cap="flat" cmpd="sng" w="28575">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Lunging</a:t>
              </a:r>
              <a:endParaRPr b="1" sz="800"/>
            </a:p>
            <a:p>
              <a:pPr indent="0" lvl="0" marL="0" rtl="0" algn="ctr">
                <a:spcBef>
                  <a:spcPts val="0"/>
                </a:spcBef>
                <a:spcAft>
                  <a:spcPts val="0"/>
                </a:spcAft>
                <a:buNone/>
              </a:pPr>
              <a:r>
                <a:rPr b="1" lang="en" sz="800"/>
                <a:t>Stance</a:t>
              </a:r>
              <a:endParaRPr b="1" sz="800"/>
            </a:p>
          </p:txBody>
        </p:sp>
      </p:grpSp>
      <p:grpSp>
        <p:nvGrpSpPr>
          <p:cNvPr id="1004" name="Google Shape;1004;p22"/>
          <p:cNvGrpSpPr/>
          <p:nvPr/>
        </p:nvGrpSpPr>
        <p:grpSpPr>
          <a:xfrm>
            <a:off x="1501400" y="1329674"/>
            <a:ext cx="973325" cy="1625488"/>
            <a:chOff x="855575" y="1329674"/>
            <a:chExt cx="973325" cy="1625488"/>
          </a:xfrm>
        </p:grpSpPr>
        <p:sp>
          <p:nvSpPr>
            <p:cNvPr id="1005" name="Google Shape;1005;p22"/>
            <p:cNvSpPr txBox="1"/>
            <p:nvPr/>
          </p:nvSpPr>
          <p:spPr>
            <a:xfrm>
              <a:off x="855575"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Knockdown</a:t>
              </a:r>
              <a:endParaRPr b="1" sz="800"/>
            </a:p>
          </p:txBody>
        </p:sp>
        <p:sp>
          <p:nvSpPr>
            <p:cNvPr id="1006" name="Google Shape;1006;p22"/>
            <p:cNvSpPr txBox="1"/>
            <p:nvPr/>
          </p:nvSpPr>
          <p:spPr>
            <a:xfrm>
              <a:off x="856600" y="26155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a:t>
              </a:r>
              <a:endParaRPr b="1" sz="800"/>
            </a:p>
            <a:p>
              <a:pPr indent="0" lvl="0" marL="0" rtl="0" algn="ctr">
                <a:spcBef>
                  <a:spcPts val="0"/>
                </a:spcBef>
                <a:spcAft>
                  <a:spcPts val="0"/>
                </a:spcAft>
                <a:buNone/>
              </a:pPr>
              <a:r>
                <a:rPr b="1" lang="en" sz="800"/>
                <a:t>Knockdown</a:t>
              </a:r>
              <a:endParaRPr b="1" sz="800"/>
            </a:p>
          </p:txBody>
        </p:sp>
      </p:grpSp>
      <p:cxnSp>
        <p:nvCxnSpPr>
          <p:cNvPr id="1007" name="Google Shape;1007;p22"/>
          <p:cNvCxnSpPr>
            <a:stCxn id="1005" idx="2"/>
            <a:endCxn id="1006" idx="0"/>
          </p:cNvCxnSpPr>
          <p:nvPr/>
        </p:nvCxnSpPr>
        <p:spPr>
          <a:xfrm flipH="1" rot="-5400000">
            <a:off x="1514900" y="2141924"/>
            <a:ext cx="946200" cy="9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008" name="Google Shape;1008;p22"/>
          <p:cNvCxnSpPr>
            <a:stCxn id="1002" idx="2"/>
            <a:endCxn id="1003" idx="0"/>
          </p:cNvCxnSpPr>
          <p:nvPr/>
        </p:nvCxnSpPr>
        <p:spPr>
          <a:xfrm rot="5400000">
            <a:off x="1662031" y="2141975"/>
            <a:ext cx="1803600" cy="900"/>
          </a:xfrm>
          <a:prstGeom prst="bentConnector3">
            <a:avLst>
              <a:gd fmla="val 49999" name="adj1"/>
            </a:avLst>
          </a:prstGeom>
          <a:noFill/>
          <a:ln cap="flat" cmpd="sng" w="19050">
            <a:solidFill>
              <a:srgbClr val="000000"/>
            </a:solidFill>
            <a:prstDash val="solid"/>
            <a:round/>
            <a:headEnd len="med" w="med" type="none"/>
            <a:tailEnd len="med" w="med" type="triangle"/>
          </a:ln>
        </p:spPr>
      </p:cxnSp>
      <p:pic>
        <p:nvPicPr>
          <p:cNvPr id="1009" name="Google Shape;1009;p22"/>
          <p:cNvPicPr preferRelativeResize="0"/>
          <p:nvPr/>
        </p:nvPicPr>
        <p:blipFill>
          <a:blip r:embed="rId3">
            <a:alphaModFix/>
          </a:blip>
          <a:stretch>
            <a:fillRect/>
          </a:stretch>
        </p:blipFill>
        <p:spPr>
          <a:xfrm>
            <a:off x="6716675" y="898570"/>
            <a:ext cx="271018" cy="186325"/>
          </a:xfrm>
          <a:prstGeom prst="rect">
            <a:avLst/>
          </a:prstGeom>
          <a:noFill/>
          <a:ln cap="flat" cmpd="sng" w="9525">
            <a:solidFill>
              <a:srgbClr val="595959"/>
            </a:solidFill>
            <a:prstDash val="solid"/>
            <a:round/>
            <a:headEnd len="sm" w="sm" type="none"/>
            <a:tailEnd len="sm" w="sm" type="none"/>
          </a:ln>
        </p:spPr>
      </p:pic>
      <p:pic>
        <p:nvPicPr>
          <p:cNvPr id="1010" name="Google Shape;1010;p22"/>
          <p:cNvPicPr preferRelativeResize="0"/>
          <p:nvPr/>
        </p:nvPicPr>
        <p:blipFill>
          <a:blip r:embed="rId4">
            <a:alphaModFix/>
          </a:blip>
          <a:stretch>
            <a:fillRect/>
          </a:stretch>
        </p:blipFill>
        <p:spPr>
          <a:xfrm>
            <a:off x="5281231" y="1318625"/>
            <a:ext cx="181700" cy="176775"/>
          </a:xfrm>
          <a:prstGeom prst="rect">
            <a:avLst/>
          </a:prstGeom>
          <a:noFill/>
          <a:ln cap="flat" cmpd="sng" w="9525">
            <a:solidFill>
              <a:srgbClr val="595959"/>
            </a:solidFill>
            <a:prstDash val="solid"/>
            <a:round/>
            <a:headEnd len="sm" w="sm" type="none"/>
            <a:tailEnd len="sm" w="sm" type="none"/>
          </a:ln>
        </p:spPr>
      </p:pic>
      <p:pic>
        <p:nvPicPr>
          <p:cNvPr id="1011" name="Google Shape;1011;p22"/>
          <p:cNvPicPr preferRelativeResize="0"/>
          <p:nvPr/>
        </p:nvPicPr>
        <p:blipFill>
          <a:blip r:embed="rId5">
            <a:alphaModFix/>
          </a:blip>
          <a:stretch>
            <a:fillRect/>
          </a:stretch>
        </p:blipFill>
        <p:spPr>
          <a:xfrm>
            <a:off x="2855049" y="3205657"/>
            <a:ext cx="191500" cy="170672"/>
          </a:xfrm>
          <a:prstGeom prst="rect">
            <a:avLst/>
          </a:prstGeom>
          <a:noFill/>
          <a:ln cap="flat" cmpd="sng" w="9525">
            <a:solidFill>
              <a:srgbClr val="000000"/>
            </a:solidFill>
            <a:prstDash val="solid"/>
            <a:round/>
            <a:headEnd len="sm" w="sm" type="none"/>
            <a:tailEnd len="sm" w="sm" type="none"/>
          </a:ln>
        </p:spPr>
      </p:pic>
      <p:pic>
        <p:nvPicPr>
          <p:cNvPr id="1012" name="Google Shape;1012;p22"/>
          <p:cNvPicPr preferRelativeResize="0"/>
          <p:nvPr/>
        </p:nvPicPr>
        <p:blipFill>
          <a:blip r:embed="rId3">
            <a:alphaModFix/>
          </a:blip>
          <a:stretch>
            <a:fillRect/>
          </a:stretch>
        </p:blipFill>
        <p:spPr>
          <a:xfrm>
            <a:off x="8722125" y="489983"/>
            <a:ext cx="271018" cy="186325"/>
          </a:xfrm>
          <a:prstGeom prst="rect">
            <a:avLst/>
          </a:prstGeom>
          <a:noFill/>
          <a:ln cap="flat" cmpd="sng" w="9525">
            <a:solidFill>
              <a:srgbClr val="595959"/>
            </a:solidFill>
            <a:prstDash val="solid"/>
            <a:round/>
            <a:headEnd len="sm" w="sm" type="none"/>
            <a:tailEnd len="sm" w="sm" type="none"/>
          </a:ln>
        </p:spPr>
      </p:pic>
      <p:pic>
        <p:nvPicPr>
          <p:cNvPr id="1013" name="Google Shape;1013;p22"/>
          <p:cNvPicPr preferRelativeResize="0"/>
          <p:nvPr/>
        </p:nvPicPr>
        <p:blipFill>
          <a:blip r:embed="rId4">
            <a:alphaModFix/>
          </a:blip>
          <a:stretch>
            <a:fillRect/>
          </a:stretch>
        </p:blipFill>
        <p:spPr>
          <a:xfrm>
            <a:off x="2850994" y="903338"/>
            <a:ext cx="181700" cy="176775"/>
          </a:xfrm>
          <a:prstGeom prst="rect">
            <a:avLst/>
          </a:prstGeom>
          <a:noFill/>
          <a:ln cap="flat" cmpd="sng" w="9525">
            <a:solidFill>
              <a:srgbClr val="595959"/>
            </a:solidFill>
            <a:prstDash val="solid"/>
            <a:round/>
            <a:headEnd len="sm" w="sm" type="none"/>
            <a:tailEnd len="sm" w="sm" type="none"/>
          </a:ln>
        </p:spPr>
      </p:pic>
      <p:pic>
        <p:nvPicPr>
          <p:cNvPr id="1014" name="Google Shape;1014;p22"/>
          <p:cNvPicPr preferRelativeResize="0"/>
          <p:nvPr/>
        </p:nvPicPr>
        <p:blipFill>
          <a:blip r:embed="rId5">
            <a:alphaModFix/>
          </a:blip>
          <a:stretch>
            <a:fillRect/>
          </a:stretch>
        </p:blipFill>
        <p:spPr>
          <a:xfrm>
            <a:off x="7287878" y="2590962"/>
            <a:ext cx="209060" cy="186325"/>
          </a:xfrm>
          <a:prstGeom prst="rect">
            <a:avLst/>
          </a:prstGeom>
          <a:noFill/>
          <a:ln cap="flat" cmpd="sng" w="9525">
            <a:solidFill>
              <a:srgbClr val="000000"/>
            </a:solidFill>
            <a:prstDash val="solid"/>
            <a:round/>
            <a:headEnd len="sm" w="sm" type="none"/>
            <a:tailEnd len="sm" w="sm" type="none"/>
          </a:ln>
        </p:spPr>
      </p:pic>
      <p:pic>
        <p:nvPicPr>
          <p:cNvPr id="1015" name="Google Shape;1015;p22"/>
          <p:cNvPicPr preferRelativeResize="0"/>
          <p:nvPr/>
        </p:nvPicPr>
        <p:blipFill>
          <a:blip r:embed="rId3">
            <a:alphaModFix/>
          </a:blip>
          <a:stretch>
            <a:fillRect/>
          </a:stretch>
        </p:blipFill>
        <p:spPr>
          <a:xfrm>
            <a:off x="1627775" y="489983"/>
            <a:ext cx="271018" cy="186325"/>
          </a:xfrm>
          <a:prstGeom prst="rect">
            <a:avLst/>
          </a:prstGeom>
          <a:noFill/>
          <a:ln cap="flat" cmpd="sng" w="9525">
            <a:solidFill>
              <a:srgbClr val="595959"/>
            </a:solidFill>
            <a:prstDash val="solid"/>
            <a:round/>
            <a:headEnd len="sm" w="sm" type="none"/>
            <a:tailEnd len="sm" w="sm" type="none"/>
          </a:ln>
        </p:spPr>
      </p:pic>
      <p:pic>
        <p:nvPicPr>
          <p:cNvPr id="1016" name="Google Shape;1016;p22"/>
          <p:cNvPicPr preferRelativeResize="0"/>
          <p:nvPr/>
        </p:nvPicPr>
        <p:blipFill>
          <a:blip r:embed="rId4">
            <a:alphaModFix/>
          </a:blip>
          <a:stretch>
            <a:fillRect/>
          </a:stretch>
        </p:blipFill>
        <p:spPr>
          <a:xfrm>
            <a:off x="5281231" y="494738"/>
            <a:ext cx="181700" cy="176775"/>
          </a:xfrm>
          <a:prstGeom prst="rect">
            <a:avLst/>
          </a:prstGeom>
          <a:noFill/>
          <a:ln cap="flat" cmpd="sng" w="9525">
            <a:solidFill>
              <a:srgbClr val="595959"/>
            </a:solidFill>
            <a:prstDash val="solid"/>
            <a:round/>
            <a:headEnd len="sm" w="sm" type="none"/>
            <a:tailEnd len="sm" w="sm" type="none"/>
          </a:ln>
        </p:spPr>
      </p:pic>
      <p:pic>
        <p:nvPicPr>
          <p:cNvPr id="1017" name="Google Shape;1017;p22"/>
          <p:cNvPicPr preferRelativeResize="0"/>
          <p:nvPr/>
        </p:nvPicPr>
        <p:blipFill>
          <a:blip r:embed="rId5">
            <a:alphaModFix/>
          </a:blip>
          <a:stretch>
            <a:fillRect/>
          </a:stretch>
        </p:blipFill>
        <p:spPr>
          <a:xfrm>
            <a:off x="5949153" y="2587237"/>
            <a:ext cx="209060" cy="186325"/>
          </a:xfrm>
          <a:prstGeom prst="rect">
            <a:avLst/>
          </a:prstGeom>
          <a:noFill/>
          <a:ln cap="flat" cmpd="sng" w="9525">
            <a:solidFill>
              <a:srgbClr val="000000"/>
            </a:solidFill>
            <a:prstDash val="solid"/>
            <a:round/>
            <a:headEnd len="sm" w="sm" type="none"/>
            <a:tailEnd len="sm" w="sm" type="none"/>
          </a:ln>
        </p:spPr>
      </p:pic>
      <p:pic>
        <p:nvPicPr>
          <p:cNvPr id="1018" name="Google Shape;1018;p22"/>
          <p:cNvPicPr preferRelativeResize="0"/>
          <p:nvPr/>
        </p:nvPicPr>
        <p:blipFill>
          <a:blip r:embed="rId3">
            <a:alphaModFix/>
          </a:blip>
          <a:stretch>
            <a:fillRect/>
          </a:stretch>
        </p:blipFill>
        <p:spPr>
          <a:xfrm>
            <a:off x="7749825" y="1329708"/>
            <a:ext cx="271018" cy="186325"/>
          </a:xfrm>
          <a:prstGeom prst="rect">
            <a:avLst/>
          </a:prstGeom>
          <a:noFill/>
          <a:ln cap="flat" cmpd="sng" w="9525">
            <a:solidFill>
              <a:srgbClr val="595959"/>
            </a:solidFill>
            <a:prstDash val="solid"/>
            <a:round/>
            <a:headEnd len="sm" w="sm" type="none"/>
            <a:tailEnd len="sm" w="sm" type="none"/>
          </a:ln>
        </p:spPr>
      </p:pic>
      <p:pic>
        <p:nvPicPr>
          <p:cNvPr id="1019" name="Google Shape;1019;p22"/>
          <p:cNvPicPr preferRelativeResize="0"/>
          <p:nvPr/>
        </p:nvPicPr>
        <p:blipFill>
          <a:blip r:embed="rId3">
            <a:alphaModFix/>
          </a:blip>
          <a:stretch>
            <a:fillRect/>
          </a:stretch>
        </p:blipFill>
        <p:spPr>
          <a:xfrm>
            <a:off x="2203700" y="1340558"/>
            <a:ext cx="271018" cy="186325"/>
          </a:xfrm>
          <a:prstGeom prst="rect">
            <a:avLst/>
          </a:prstGeom>
          <a:noFill/>
          <a:ln cap="flat" cmpd="sng" w="9525">
            <a:solidFill>
              <a:srgbClr val="595959"/>
            </a:solidFill>
            <a:prstDash val="solid"/>
            <a:round/>
            <a:headEnd len="sm" w="sm" type="none"/>
            <a:tailEnd len="sm" w="sm" type="none"/>
          </a:ln>
        </p:spPr>
      </p:pic>
      <p:pic>
        <p:nvPicPr>
          <p:cNvPr id="1020" name="Google Shape;1020;p22"/>
          <p:cNvPicPr preferRelativeResize="0"/>
          <p:nvPr/>
        </p:nvPicPr>
        <p:blipFill>
          <a:blip r:embed="rId4">
            <a:alphaModFix/>
          </a:blip>
          <a:stretch>
            <a:fillRect/>
          </a:stretch>
        </p:blipFill>
        <p:spPr>
          <a:xfrm>
            <a:off x="4696694" y="1758263"/>
            <a:ext cx="181700" cy="176775"/>
          </a:xfrm>
          <a:prstGeom prst="rect">
            <a:avLst/>
          </a:prstGeom>
          <a:noFill/>
          <a:ln cap="flat" cmpd="sng" w="9525">
            <a:solidFill>
              <a:srgbClr val="595959"/>
            </a:solidFill>
            <a:prstDash val="solid"/>
            <a:round/>
            <a:headEnd len="sm" w="sm" type="none"/>
            <a:tailEnd len="sm" w="sm" type="none"/>
          </a:ln>
        </p:spPr>
      </p:pic>
      <p:pic>
        <p:nvPicPr>
          <p:cNvPr id="1021" name="Google Shape;1021;p22"/>
          <p:cNvPicPr preferRelativeResize="0"/>
          <p:nvPr/>
        </p:nvPicPr>
        <p:blipFill>
          <a:blip r:embed="rId4">
            <a:alphaModFix/>
          </a:blip>
          <a:stretch>
            <a:fillRect/>
          </a:stretch>
        </p:blipFill>
        <p:spPr>
          <a:xfrm>
            <a:off x="6806006" y="3028288"/>
            <a:ext cx="181700" cy="176775"/>
          </a:xfrm>
          <a:prstGeom prst="rect">
            <a:avLst/>
          </a:prstGeom>
          <a:noFill/>
          <a:ln cap="flat" cmpd="sng" w="9525">
            <a:solidFill>
              <a:srgbClr val="595959"/>
            </a:solidFill>
            <a:prstDash val="solid"/>
            <a:round/>
            <a:headEnd len="sm" w="sm" type="none"/>
            <a:tailEnd len="sm" w="sm" type="none"/>
          </a:ln>
        </p:spPr>
      </p:pic>
      <p:pic>
        <p:nvPicPr>
          <p:cNvPr id="1022" name="Google Shape;1022;p22"/>
          <p:cNvPicPr preferRelativeResize="0"/>
          <p:nvPr/>
        </p:nvPicPr>
        <p:blipFill>
          <a:blip r:embed="rId3">
            <a:alphaModFix/>
          </a:blip>
          <a:stretch>
            <a:fillRect/>
          </a:stretch>
        </p:blipFill>
        <p:spPr>
          <a:xfrm>
            <a:off x="7995875" y="2164758"/>
            <a:ext cx="271018" cy="186325"/>
          </a:xfrm>
          <a:prstGeom prst="rect">
            <a:avLst/>
          </a:prstGeom>
          <a:noFill/>
          <a:ln cap="flat" cmpd="sng" w="9525">
            <a:solidFill>
              <a:srgbClr val="595959"/>
            </a:solidFill>
            <a:prstDash val="solid"/>
            <a:round/>
            <a:headEnd len="sm" w="sm" type="none"/>
            <a:tailEnd len="sm" w="sm" type="none"/>
          </a:ln>
        </p:spPr>
      </p:pic>
      <p:pic>
        <p:nvPicPr>
          <p:cNvPr id="1023" name="Google Shape;1023;p22"/>
          <p:cNvPicPr preferRelativeResize="0"/>
          <p:nvPr/>
        </p:nvPicPr>
        <p:blipFill>
          <a:blip r:embed="rId4">
            <a:alphaModFix/>
          </a:blip>
          <a:stretch>
            <a:fillRect/>
          </a:stretch>
        </p:blipFill>
        <p:spPr>
          <a:xfrm>
            <a:off x="2867579" y="3037849"/>
            <a:ext cx="166438" cy="161924"/>
          </a:xfrm>
          <a:prstGeom prst="rect">
            <a:avLst/>
          </a:prstGeom>
          <a:noFill/>
          <a:ln cap="flat" cmpd="sng" w="9525">
            <a:solidFill>
              <a:srgbClr val="595959"/>
            </a:solidFill>
            <a:prstDash val="solid"/>
            <a:round/>
            <a:headEnd len="sm" w="sm" type="none"/>
            <a:tailEnd len="sm" w="sm" type="none"/>
          </a:ln>
        </p:spPr>
      </p:pic>
      <p:pic>
        <p:nvPicPr>
          <p:cNvPr id="1024" name="Google Shape;1024;p22"/>
          <p:cNvPicPr preferRelativeResize="0"/>
          <p:nvPr/>
        </p:nvPicPr>
        <p:blipFill>
          <a:blip r:embed="rId3">
            <a:alphaModFix/>
          </a:blip>
          <a:stretch>
            <a:fillRect/>
          </a:stretch>
        </p:blipFill>
        <p:spPr>
          <a:xfrm>
            <a:off x="5918175" y="2174683"/>
            <a:ext cx="271018" cy="186325"/>
          </a:xfrm>
          <a:prstGeom prst="rect">
            <a:avLst/>
          </a:prstGeom>
          <a:noFill/>
          <a:ln cap="flat" cmpd="sng" w="9525">
            <a:solidFill>
              <a:srgbClr val="595959"/>
            </a:solidFill>
            <a:prstDash val="solid"/>
            <a:round/>
            <a:headEnd len="sm" w="sm" type="none"/>
            <a:tailEnd len="sm" w="sm" type="none"/>
          </a:ln>
        </p:spPr>
      </p:pic>
      <p:pic>
        <p:nvPicPr>
          <p:cNvPr id="1025" name="Google Shape;1025;p22"/>
          <p:cNvPicPr preferRelativeResize="0"/>
          <p:nvPr/>
        </p:nvPicPr>
        <p:blipFill>
          <a:blip r:embed="rId4">
            <a:alphaModFix/>
          </a:blip>
          <a:stretch>
            <a:fillRect/>
          </a:stretch>
        </p:blipFill>
        <p:spPr>
          <a:xfrm>
            <a:off x="4750069" y="2615538"/>
            <a:ext cx="181700" cy="176775"/>
          </a:xfrm>
          <a:prstGeom prst="rect">
            <a:avLst/>
          </a:prstGeom>
          <a:noFill/>
          <a:ln cap="flat" cmpd="sng" w="9525">
            <a:solidFill>
              <a:srgbClr val="595959"/>
            </a:solidFill>
            <a:prstDash val="solid"/>
            <a:round/>
            <a:headEnd len="sm" w="sm" type="none"/>
            <a:tailEnd len="sm" w="sm" type="none"/>
          </a:ln>
        </p:spPr>
      </p:pic>
      <p:pic>
        <p:nvPicPr>
          <p:cNvPr id="1026" name="Google Shape;1026;p22"/>
          <p:cNvPicPr preferRelativeResize="0"/>
          <p:nvPr/>
        </p:nvPicPr>
        <p:blipFill>
          <a:blip r:embed="rId3">
            <a:alphaModFix/>
          </a:blip>
          <a:stretch>
            <a:fillRect/>
          </a:stretch>
        </p:blipFill>
        <p:spPr>
          <a:xfrm>
            <a:off x="7225925" y="1753508"/>
            <a:ext cx="271018" cy="186325"/>
          </a:xfrm>
          <a:prstGeom prst="rect">
            <a:avLst/>
          </a:prstGeom>
          <a:noFill/>
          <a:ln cap="flat" cmpd="sng" w="9525">
            <a:solidFill>
              <a:srgbClr val="595959"/>
            </a:solidFill>
            <a:prstDash val="solid"/>
            <a:round/>
            <a:headEnd len="sm" w="sm" type="none"/>
            <a:tailEnd len="sm" w="sm" type="none"/>
          </a:ln>
        </p:spPr>
      </p:pic>
      <p:pic>
        <p:nvPicPr>
          <p:cNvPr id="1027" name="Google Shape;1027;p22"/>
          <p:cNvPicPr preferRelativeResize="0"/>
          <p:nvPr/>
        </p:nvPicPr>
        <p:blipFill>
          <a:blip r:embed="rId4">
            <a:alphaModFix/>
          </a:blip>
          <a:stretch>
            <a:fillRect/>
          </a:stretch>
        </p:blipFill>
        <p:spPr>
          <a:xfrm>
            <a:off x="8605831" y="1749650"/>
            <a:ext cx="181700" cy="176775"/>
          </a:xfrm>
          <a:prstGeom prst="rect">
            <a:avLst/>
          </a:prstGeom>
          <a:noFill/>
          <a:ln cap="flat" cmpd="sng" w="9525">
            <a:solidFill>
              <a:srgbClr val="595959"/>
            </a:solidFill>
            <a:prstDash val="solid"/>
            <a:round/>
            <a:headEnd len="sm" w="sm" type="none"/>
            <a:tailEnd len="sm" w="sm" type="none"/>
          </a:ln>
        </p:spPr>
      </p:pic>
      <p:pic>
        <p:nvPicPr>
          <p:cNvPr id="1028" name="Google Shape;1028;p22"/>
          <p:cNvPicPr preferRelativeResize="0"/>
          <p:nvPr/>
        </p:nvPicPr>
        <p:blipFill>
          <a:blip r:embed="rId4">
            <a:alphaModFix/>
          </a:blip>
          <a:stretch>
            <a:fillRect/>
          </a:stretch>
        </p:blipFill>
        <p:spPr>
          <a:xfrm>
            <a:off x="4116456" y="3472813"/>
            <a:ext cx="181700" cy="176775"/>
          </a:xfrm>
          <a:prstGeom prst="rect">
            <a:avLst/>
          </a:prstGeom>
          <a:noFill/>
          <a:ln cap="flat" cmpd="sng" w="9525">
            <a:solidFill>
              <a:srgbClr val="595959"/>
            </a:solidFill>
            <a:prstDash val="solid"/>
            <a:round/>
            <a:headEnd len="sm" w="sm" type="none"/>
            <a:tailEnd len="sm" w="sm" type="none"/>
          </a:ln>
        </p:spPr>
      </p:pic>
      <p:pic>
        <p:nvPicPr>
          <p:cNvPr id="1029" name="Google Shape;1029;p22"/>
          <p:cNvPicPr preferRelativeResize="0"/>
          <p:nvPr/>
        </p:nvPicPr>
        <p:blipFill>
          <a:blip r:embed="rId5">
            <a:alphaModFix/>
          </a:blip>
          <a:stretch>
            <a:fillRect/>
          </a:stretch>
        </p:blipFill>
        <p:spPr>
          <a:xfrm>
            <a:off x="1804478" y="3472849"/>
            <a:ext cx="209060" cy="186325"/>
          </a:xfrm>
          <a:prstGeom prst="rect">
            <a:avLst/>
          </a:prstGeom>
          <a:noFill/>
          <a:ln cap="flat" cmpd="sng" w="9525">
            <a:solidFill>
              <a:srgbClr val="000000"/>
            </a:solidFill>
            <a:prstDash val="solid"/>
            <a:round/>
            <a:headEnd len="sm" w="sm" type="none"/>
            <a:tailEnd len="sm" w="sm" type="none"/>
          </a:ln>
        </p:spPr>
      </p:pic>
      <p:pic>
        <p:nvPicPr>
          <p:cNvPr id="1030" name="Google Shape;1030;p22"/>
          <p:cNvPicPr preferRelativeResize="0"/>
          <p:nvPr/>
        </p:nvPicPr>
        <p:blipFill>
          <a:blip r:embed="rId6">
            <a:alphaModFix/>
          </a:blip>
          <a:stretch>
            <a:fillRect/>
          </a:stretch>
        </p:blipFill>
        <p:spPr>
          <a:xfrm>
            <a:off x="6405800" y="3472816"/>
            <a:ext cx="191500" cy="181421"/>
          </a:xfrm>
          <a:prstGeom prst="rect">
            <a:avLst/>
          </a:prstGeom>
          <a:noFill/>
          <a:ln cap="flat" cmpd="sng" w="9525">
            <a:solidFill>
              <a:srgbClr val="595959"/>
            </a:solidFill>
            <a:prstDash val="solid"/>
            <a:round/>
            <a:headEnd len="sm" w="sm" type="none"/>
            <a:tailEnd len="sm" w="sm" type="none"/>
          </a:ln>
        </p:spPr>
      </p:pic>
      <p:pic>
        <p:nvPicPr>
          <p:cNvPr id="1031" name="Google Shape;1031;p22"/>
          <p:cNvPicPr preferRelativeResize="0"/>
          <p:nvPr/>
        </p:nvPicPr>
        <p:blipFill>
          <a:blip r:embed="rId7">
            <a:alphaModFix/>
          </a:blip>
          <a:stretch>
            <a:fillRect/>
          </a:stretch>
        </p:blipFill>
        <p:spPr>
          <a:xfrm>
            <a:off x="8532263" y="3472838"/>
            <a:ext cx="328809" cy="186325"/>
          </a:xfrm>
          <a:prstGeom prst="rect">
            <a:avLst/>
          </a:prstGeom>
          <a:noFill/>
          <a:ln cap="flat" cmpd="sng" w="9525">
            <a:solidFill>
              <a:srgbClr val="595959"/>
            </a:solidFill>
            <a:prstDash val="solid"/>
            <a:round/>
            <a:headEnd len="sm" w="sm" type="none"/>
            <a:tailEnd len="sm" w="sm" type="none"/>
          </a:ln>
        </p:spPr>
      </p:pic>
      <p:grpSp>
        <p:nvGrpSpPr>
          <p:cNvPr id="1032" name="Google Shape;1032;p22"/>
          <p:cNvGrpSpPr/>
          <p:nvPr/>
        </p:nvGrpSpPr>
        <p:grpSpPr>
          <a:xfrm>
            <a:off x="7971700" y="3995875"/>
            <a:ext cx="819000" cy="1008000"/>
            <a:chOff x="7850600" y="3935725"/>
            <a:chExt cx="819000" cy="1008000"/>
          </a:xfrm>
        </p:grpSpPr>
        <p:sp>
          <p:nvSpPr>
            <p:cNvPr id="1033" name="Google Shape;1033;p22"/>
            <p:cNvSpPr/>
            <p:nvPr/>
          </p:nvSpPr>
          <p:spPr>
            <a:xfrm>
              <a:off x="7850600" y="3935725"/>
              <a:ext cx="819000" cy="10080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grpSp>
          <p:nvGrpSpPr>
            <p:cNvPr id="1034" name="Google Shape;1034;p22"/>
            <p:cNvGrpSpPr/>
            <p:nvPr/>
          </p:nvGrpSpPr>
          <p:grpSpPr>
            <a:xfrm>
              <a:off x="8026419" y="4148306"/>
              <a:ext cx="459600" cy="138257"/>
              <a:chOff x="7673284" y="3887056"/>
              <a:chExt cx="459600" cy="138257"/>
            </a:xfrm>
          </p:grpSpPr>
          <p:cxnSp>
            <p:nvCxnSpPr>
              <p:cNvPr id="1035" name="Google Shape;1035;p22"/>
              <p:cNvCxnSpPr/>
              <p:nvPr/>
            </p:nvCxnSpPr>
            <p:spPr>
              <a:xfrm rot="10800000">
                <a:off x="7673284" y="4025314"/>
                <a:ext cx="459600" cy="0"/>
              </a:xfrm>
              <a:prstGeom prst="straightConnector1">
                <a:avLst/>
              </a:prstGeom>
              <a:noFill/>
              <a:ln cap="flat" cmpd="sng" w="9525">
                <a:solidFill>
                  <a:srgbClr val="000000"/>
                </a:solidFill>
                <a:prstDash val="solid"/>
                <a:round/>
                <a:headEnd len="med" w="med" type="none"/>
                <a:tailEnd len="med" w="med" type="triangle"/>
              </a:ln>
            </p:spPr>
          </p:cxnSp>
          <p:sp>
            <p:nvSpPr>
              <p:cNvPr id="1036" name="Google Shape;1036;p22"/>
              <p:cNvSpPr txBox="1"/>
              <p:nvPr/>
            </p:nvSpPr>
            <p:spPr>
              <a:xfrm>
                <a:off x="7681074" y="3887056"/>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sp>
          <p:nvSpPr>
            <p:cNvPr id="1037" name="Google Shape;1037;p22"/>
            <p:cNvSpPr txBox="1"/>
            <p:nvPr/>
          </p:nvSpPr>
          <p:spPr>
            <a:xfrm>
              <a:off x="7927719" y="4622462"/>
              <a:ext cx="657000" cy="229500"/>
            </a:xfrm>
            <a:prstGeom prst="rect">
              <a:avLst/>
            </a:prstGeom>
            <a:solidFill>
              <a:srgbClr val="FFFFFF"/>
            </a:solidFill>
            <a:ln cap="flat" cmpd="sng" w="19050">
              <a:solidFill>
                <a:srgbClr val="FF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Stance Feats</a:t>
              </a:r>
              <a:endParaRPr b="1" sz="600"/>
            </a:p>
          </p:txBody>
        </p:sp>
        <p:grpSp>
          <p:nvGrpSpPr>
            <p:cNvPr id="1038" name="Google Shape;1038;p22"/>
            <p:cNvGrpSpPr/>
            <p:nvPr/>
          </p:nvGrpSpPr>
          <p:grpSpPr>
            <a:xfrm>
              <a:off x="7936016" y="4380500"/>
              <a:ext cx="640406" cy="150900"/>
              <a:chOff x="6248679" y="4159125"/>
              <a:chExt cx="640406" cy="150900"/>
            </a:xfrm>
          </p:grpSpPr>
          <p:sp>
            <p:nvSpPr>
              <p:cNvPr id="1039" name="Google Shape;1039;p22"/>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040" name="Google Shape;1040;p22"/>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041" name="Google Shape;1041;p22"/>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042" name="Google Shape;1042;p22"/>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043" name="Google Shape;1043;p22"/>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1044" name="Google Shape;1044;p22"/>
          <p:cNvSpPr/>
          <p:nvPr/>
        </p:nvSpPr>
        <p:spPr>
          <a:xfrm>
            <a:off x="2304332" y="1526882"/>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sp>
        <p:nvSpPr>
          <p:cNvPr id="1045" name="Google Shape;1045;p22"/>
          <p:cNvSpPr/>
          <p:nvPr/>
        </p:nvSpPr>
        <p:spPr>
          <a:xfrm>
            <a:off x="3946580" y="2142535"/>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P</a:t>
            </a:r>
            <a:endParaRPr sz="600"/>
          </a:p>
        </p:txBody>
      </p:sp>
      <p:sp>
        <p:nvSpPr>
          <p:cNvPr id="1046" name="Google Shape;1046;p22"/>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23"/>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2" name="Google Shape;1052;p23"/>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Monk </a:t>
            </a:r>
            <a:r>
              <a:rPr b="1" lang="en" sz="2400"/>
              <a:t>Class Feat Tree</a:t>
            </a:r>
            <a:endParaRPr b="1" sz="2400"/>
          </a:p>
        </p:txBody>
      </p:sp>
      <p:sp>
        <p:nvSpPr>
          <p:cNvPr id="1053" name="Google Shape;1053;p23"/>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4" name="Google Shape;1054;p23"/>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5" name="Google Shape;1055;p23"/>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6" name="Google Shape;1056;p23"/>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7" name="Google Shape;1057;p23"/>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8" name="Google Shape;1058;p23"/>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59" name="Google Shape;1059;p23"/>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60" name="Google Shape;1060;p23"/>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61" name="Google Shape;1061;p23"/>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62" name="Google Shape;1062;p23"/>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063" name="Google Shape;1063;p23"/>
          <p:cNvSpPr txBox="1"/>
          <p:nvPr/>
        </p:nvSpPr>
        <p:spPr>
          <a:xfrm>
            <a:off x="4820564" y="472375"/>
            <a:ext cx="8921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Wolf</a:t>
            </a:r>
            <a:endParaRPr b="1" sz="800"/>
          </a:p>
          <a:p>
            <a:pPr indent="0" lvl="0" marL="0" rtl="0" algn="ctr">
              <a:spcBef>
                <a:spcPts val="0"/>
              </a:spcBef>
              <a:spcAft>
                <a:spcPts val="0"/>
              </a:spcAft>
              <a:buNone/>
            </a:pPr>
            <a:r>
              <a:rPr b="1" lang="en" sz="800"/>
              <a:t>Stance</a:t>
            </a:r>
            <a:endParaRPr b="1" sz="800"/>
          </a:p>
        </p:txBody>
      </p:sp>
      <p:sp>
        <p:nvSpPr>
          <p:cNvPr id="1064" name="Google Shape;1064;p23"/>
          <p:cNvSpPr txBox="1"/>
          <p:nvPr/>
        </p:nvSpPr>
        <p:spPr>
          <a:xfrm>
            <a:off x="4820573" y="1758275"/>
            <a:ext cx="8921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Wolf</a:t>
            </a:r>
            <a:endParaRPr b="1" sz="800"/>
          </a:p>
          <a:p>
            <a:pPr indent="0" lvl="0" marL="0" rtl="0" algn="ctr">
              <a:spcBef>
                <a:spcPts val="0"/>
              </a:spcBef>
              <a:spcAft>
                <a:spcPts val="0"/>
              </a:spcAft>
              <a:buNone/>
            </a:pPr>
            <a:r>
              <a:rPr b="1" lang="en" sz="800"/>
              <a:t>Drag</a:t>
            </a:r>
            <a:endParaRPr b="1" sz="800"/>
          </a:p>
        </p:txBody>
      </p:sp>
      <p:sp>
        <p:nvSpPr>
          <p:cNvPr id="1065" name="Google Shape;1065;p23"/>
          <p:cNvSpPr txBox="1"/>
          <p:nvPr/>
        </p:nvSpPr>
        <p:spPr>
          <a:xfrm>
            <a:off x="3853178" y="472386"/>
            <a:ext cx="8921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Tiger</a:t>
            </a:r>
            <a:endParaRPr b="1" sz="800"/>
          </a:p>
          <a:p>
            <a:pPr indent="0" lvl="0" marL="0" rtl="0" algn="ctr">
              <a:spcBef>
                <a:spcPts val="0"/>
              </a:spcBef>
              <a:spcAft>
                <a:spcPts val="0"/>
              </a:spcAft>
              <a:buNone/>
            </a:pPr>
            <a:r>
              <a:rPr b="1" lang="en" sz="800"/>
              <a:t>Stance</a:t>
            </a:r>
            <a:endParaRPr b="1" sz="800"/>
          </a:p>
        </p:txBody>
      </p:sp>
      <p:sp>
        <p:nvSpPr>
          <p:cNvPr id="1066" name="Google Shape;1066;p23"/>
          <p:cNvSpPr txBox="1"/>
          <p:nvPr/>
        </p:nvSpPr>
        <p:spPr>
          <a:xfrm>
            <a:off x="3853187" y="1758286"/>
            <a:ext cx="8921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Tiger</a:t>
            </a:r>
            <a:endParaRPr b="1" sz="800"/>
          </a:p>
          <a:p>
            <a:pPr indent="0" lvl="0" marL="0" rtl="0" algn="ctr">
              <a:spcBef>
                <a:spcPts val="0"/>
              </a:spcBef>
              <a:spcAft>
                <a:spcPts val="0"/>
              </a:spcAft>
              <a:buNone/>
            </a:pPr>
            <a:r>
              <a:rPr b="1" lang="en" sz="800"/>
              <a:t>Slash</a:t>
            </a:r>
            <a:endParaRPr b="1" sz="800"/>
          </a:p>
        </p:txBody>
      </p:sp>
      <p:sp>
        <p:nvSpPr>
          <p:cNvPr id="1067" name="Google Shape;1067;p23"/>
          <p:cNvSpPr txBox="1"/>
          <p:nvPr/>
        </p:nvSpPr>
        <p:spPr>
          <a:xfrm>
            <a:off x="1804207" y="472388"/>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Dragon</a:t>
            </a:r>
            <a:endParaRPr b="1" sz="800"/>
          </a:p>
          <a:p>
            <a:pPr indent="0" lvl="0" marL="0" rtl="0" algn="ctr">
              <a:spcBef>
                <a:spcPts val="0"/>
              </a:spcBef>
              <a:spcAft>
                <a:spcPts val="0"/>
              </a:spcAft>
              <a:buNone/>
            </a:pPr>
            <a:r>
              <a:rPr b="1" lang="en" sz="800"/>
              <a:t>Stance</a:t>
            </a:r>
            <a:endParaRPr b="1" sz="800"/>
          </a:p>
        </p:txBody>
      </p:sp>
      <p:sp>
        <p:nvSpPr>
          <p:cNvPr id="1068" name="Google Shape;1068;p23"/>
          <p:cNvSpPr txBox="1"/>
          <p:nvPr/>
        </p:nvSpPr>
        <p:spPr>
          <a:xfrm>
            <a:off x="1804217" y="1758288"/>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Dragon</a:t>
            </a:r>
            <a:endParaRPr b="1" sz="800"/>
          </a:p>
          <a:p>
            <a:pPr indent="0" lvl="0" marL="0" rtl="0" algn="ctr">
              <a:spcBef>
                <a:spcPts val="0"/>
              </a:spcBef>
              <a:spcAft>
                <a:spcPts val="0"/>
              </a:spcAft>
              <a:buNone/>
            </a:pPr>
            <a:r>
              <a:rPr b="1" lang="en" sz="800"/>
              <a:t>Roar</a:t>
            </a:r>
            <a:endParaRPr b="1" sz="800"/>
          </a:p>
        </p:txBody>
      </p:sp>
      <p:sp>
        <p:nvSpPr>
          <p:cNvPr id="1069" name="Google Shape;1069;p23"/>
          <p:cNvSpPr txBox="1"/>
          <p:nvPr/>
        </p:nvSpPr>
        <p:spPr>
          <a:xfrm>
            <a:off x="857150" y="472399"/>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Crane</a:t>
            </a:r>
            <a:endParaRPr b="1" sz="800"/>
          </a:p>
          <a:p>
            <a:pPr indent="0" lvl="0" marL="0" rtl="0" algn="ctr">
              <a:spcBef>
                <a:spcPts val="0"/>
              </a:spcBef>
              <a:spcAft>
                <a:spcPts val="0"/>
              </a:spcAft>
              <a:buNone/>
            </a:pPr>
            <a:r>
              <a:rPr b="1" lang="en" sz="800"/>
              <a:t>Stance</a:t>
            </a:r>
            <a:endParaRPr b="1" sz="800"/>
          </a:p>
        </p:txBody>
      </p:sp>
      <p:sp>
        <p:nvSpPr>
          <p:cNvPr id="1070" name="Google Shape;1070;p23"/>
          <p:cNvSpPr txBox="1"/>
          <p:nvPr/>
        </p:nvSpPr>
        <p:spPr>
          <a:xfrm>
            <a:off x="857159" y="1758299"/>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Crane</a:t>
            </a:r>
            <a:endParaRPr b="1" sz="800"/>
          </a:p>
          <a:p>
            <a:pPr indent="0" lvl="0" marL="0" rtl="0" algn="ctr">
              <a:spcBef>
                <a:spcPts val="0"/>
              </a:spcBef>
              <a:spcAft>
                <a:spcPts val="0"/>
              </a:spcAft>
              <a:buNone/>
            </a:pPr>
            <a:r>
              <a:rPr b="1" lang="en" sz="800"/>
              <a:t>Flutter</a:t>
            </a:r>
            <a:endParaRPr b="1" sz="800"/>
          </a:p>
        </p:txBody>
      </p:sp>
      <p:sp>
        <p:nvSpPr>
          <p:cNvPr id="1071" name="Google Shape;1071;p23"/>
          <p:cNvSpPr txBox="1"/>
          <p:nvPr/>
        </p:nvSpPr>
        <p:spPr>
          <a:xfrm>
            <a:off x="1016508"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182875" spcFirstLastPara="1" rIns="9125" wrap="square" tIns="9125">
            <a:noAutofit/>
          </a:bodyPr>
          <a:lstStyle/>
          <a:p>
            <a:pPr indent="0" lvl="0" marL="0" rtl="0" algn="ctr">
              <a:spcBef>
                <a:spcPts val="0"/>
              </a:spcBef>
              <a:spcAft>
                <a:spcPts val="0"/>
              </a:spcAft>
              <a:buNone/>
            </a:pPr>
            <a:r>
              <a:rPr b="1" lang="en" sz="800"/>
              <a:t>Mixed</a:t>
            </a:r>
            <a:endParaRPr b="1" sz="800"/>
          </a:p>
          <a:p>
            <a:pPr indent="0" lvl="0" marL="0" rtl="0" algn="ctr">
              <a:spcBef>
                <a:spcPts val="0"/>
              </a:spcBef>
              <a:spcAft>
                <a:spcPts val="0"/>
              </a:spcAft>
              <a:buNone/>
            </a:pPr>
            <a:r>
              <a:rPr b="1" lang="en" sz="800"/>
              <a:t>Maneuver</a:t>
            </a:r>
            <a:endParaRPr b="1" sz="800"/>
          </a:p>
        </p:txBody>
      </p:sp>
      <p:sp>
        <p:nvSpPr>
          <p:cNvPr id="1072" name="Google Shape;1072;p23"/>
          <p:cNvSpPr txBox="1"/>
          <p:nvPr/>
        </p:nvSpPr>
        <p:spPr>
          <a:xfrm>
            <a:off x="6005754"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Wall Run</a:t>
            </a:r>
            <a:endParaRPr b="1" sz="800"/>
          </a:p>
        </p:txBody>
      </p:sp>
      <p:sp>
        <p:nvSpPr>
          <p:cNvPr id="1073" name="Google Shape;1073;p23"/>
          <p:cNvSpPr txBox="1"/>
          <p:nvPr/>
        </p:nvSpPr>
        <p:spPr>
          <a:xfrm>
            <a:off x="1011700" y="3044200"/>
            <a:ext cx="977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Disrupt Ki</a:t>
            </a:r>
            <a:endParaRPr b="1" sz="800"/>
          </a:p>
        </p:txBody>
      </p:sp>
      <p:sp>
        <p:nvSpPr>
          <p:cNvPr id="1074" name="Google Shape;1074;p23"/>
          <p:cNvSpPr txBox="1"/>
          <p:nvPr/>
        </p:nvSpPr>
        <p:spPr>
          <a:xfrm>
            <a:off x="6005500"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Diamond Soul</a:t>
            </a:r>
            <a:endParaRPr b="1" sz="800"/>
          </a:p>
        </p:txBody>
      </p:sp>
      <p:sp>
        <p:nvSpPr>
          <p:cNvPr id="1075" name="Google Shape;1075;p23"/>
          <p:cNvSpPr txBox="1"/>
          <p:nvPr/>
        </p:nvSpPr>
        <p:spPr>
          <a:xfrm>
            <a:off x="4403750" y="304420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 Knockback</a:t>
            </a:r>
            <a:endParaRPr b="1" sz="800"/>
          </a:p>
        </p:txBody>
      </p:sp>
      <p:grpSp>
        <p:nvGrpSpPr>
          <p:cNvPr id="1076" name="Google Shape;1076;p23"/>
          <p:cNvGrpSpPr/>
          <p:nvPr/>
        </p:nvGrpSpPr>
        <p:grpSpPr>
          <a:xfrm>
            <a:off x="2325141" y="3044198"/>
            <a:ext cx="893920" cy="1196863"/>
            <a:chOff x="3493879" y="3044211"/>
            <a:chExt cx="974300" cy="1196863"/>
          </a:xfrm>
        </p:grpSpPr>
        <p:sp>
          <p:nvSpPr>
            <p:cNvPr id="1077" name="Google Shape;1077;p23"/>
            <p:cNvSpPr txBox="1"/>
            <p:nvPr/>
          </p:nvSpPr>
          <p:spPr>
            <a:xfrm>
              <a:off x="3495879" y="3044211"/>
              <a:ext cx="9723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Stance</a:t>
              </a:r>
              <a:endParaRPr b="1" sz="800"/>
            </a:p>
            <a:p>
              <a:pPr indent="0" lvl="0" marL="0" rtl="0" algn="ctr">
                <a:spcBef>
                  <a:spcPts val="0"/>
                </a:spcBef>
                <a:spcAft>
                  <a:spcPts val="0"/>
                </a:spcAft>
                <a:buNone/>
              </a:pPr>
              <a:r>
                <a:rPr b="1" lang="en" sz="800"/>
                <a:t>Savant</a:t>
              </a:r>
              <a:endParaRPr b="1" sz="800"/>
            </a:p>
          </p:txBody>
        </p:sp>
        <p:sp>
          <p:nvSpPr>
            <p:cNvPr id="1078" name="Google Shape;1078;p23"/>
            <p:cNvSpPr txBox="1"/>
            <p:nvPr/>
          </p:nvSpPr>
          <p:spPr>
            <a:xfrm>
              <a:off x="3493879" y="3901474"/>
              <a:ext cx="9723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Master of</a:t>
              </a:r>
              <a:endParaRPr b="1" sz="800"/>
            </a:p>
            <a:p>
              <a:pPr indent="0" lvl="0" marL="0" rtl="0" algn="ctr">
                <a:spcBef>
                  <a:spcPts val="0"/>
                </a:spcBef>
                <a:spcAft>
                  <a:spcPts val="0"/>
                </a:spcAft>
                <a:buNone/>
              </a:pPr>
              <a:r>
                <a:rPr b="1" lang="en" sz="800"/>
                <a:t>Many Styles</a:t>
              </a:r>
              <a:endParaRPr b="1" sz="800"/>
            </a:p>
          </p:txBody>
        </p:sp>
      </p:grpSp>
      <p:sp>
        <p:nvSpPr>
          <p:cNvPr id="1079" name="Google Shape;1079;p23"/>
          <p:cNvSpPr txBox="1"/>
          <p:nvPr/>
        </p:nvSpPr>
        <p:spPr>
          <a:xfrm>
            <a:off x="5540095"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Shattering</a:t>
            </a:r>
            <a:endParaRPr b="1" sz="800"/>
          </a:p>
          <a:p>
            <a:pPr indent="0" lvl="0" marL="0" rtl="0" algn="ctr">
              <a:spcBef>
                <a:spcPts val="0"/>
              </a:spcBef>
              <a:spcAft>
                <a:spcPts val="0"/>
              </a:spcAft>
              <a:buNone/>
            </a:pPr>
            <a:r>
              <a:rPr b="1" lang="en" sz="800"/>
              <a:t>Strike</a:t>
            </a:r>
            <a:endParaRPr b="1" sz="800"/>
          </a:p>
        </p:txBody>
      </p:sp>
      <p:sp>
        <p:nvSpPr>
          <p:cNvPr id="1080" name="Google Shape;1080;p23"/>
          <p:cNvSpPr txBox="1"/>
          <p:nvPr/>
        </p:nvSpPr>
        <p:spPr>
          <a:xfrm>
            <a:off x="3543425" y="39015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Enlightened Presence</a:t>
            </a:r>
            <a:endParaRPr b="1" sz="800"/>
          </a:p>
        </p:txBody>
      </p:sp>
      <p:sp>
        <p:nvSpPr>
          <p:cNvPr id="1081" name="Google Shape;1081;p23"/>
          <p:cNvSpPr txBox="1"/>
          <p:nvPr/>
        </p:nvSpPr>
        <p:spPr>
          <a:xfrm>
            <a:off x="1016508"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Timeless Body</a:t>
            </a:r>
            <a:endParaRPr b="1" sz="800"/>
          </a:p>
        </p:txBody>
      </p:sp>
      <p:sp>
        <p:nvSpPr>
          <p:cNvPr id="1082" name="Google Shape;1082;p23"/>
          <p:cNvSpPr txBox="1"/>
          <p:nvPr/>
        </p:nvSpPr>
        <p:spPr>
          <a:xfrm>
            <a:off x="6005754"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Tongue of</a:t>
            </a:r>
            <a:endParaRPr b="1" sz="800"/>
          </a:p>
          <a:p>
            <a:pPr indent="0" lvl="0" marL="0" rtl="0" algn="ctr">
              <a:spcBef>
                <a:spcPts val="0"/>
              </a:spcBef>
              <a:spcAft>
                <a:spcPts val="0"/>
              </a:spcAft>
              <a:buNone/>
            </a:pPr>
            <a:r>
              <a:rPr b="1" lang="en" sz="800"/>
              <a:t>Sun and Moon</a:t>
            </a:r>
            <a:endParaRPr b="1" sz="800"/>
          </a:p>
        </p:txBody>
      </p:sp>
      <p:sp>
        <p:nvSpPr>
          <p:cNvPr id="1083" name="Google Shape;1083;p23"/>
          <p:cNvSpPr txBox="1"/>
          <p:nvPr/>
        </p:nvSpPr>
        <p:spPr>
          <a:xfrm>
            <a:off x="4820302" y="2186925"/>
            <a:ext cx="892085"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Tangled</a:t>
            </a:r>
            <a:endParaRPr b="1" sz="800"/>
          </a:p>
          <a:p>
            <a:pPr indent="0" lvl="0" marL="0" rtl="0" algn="ctr">
              <a:spcBef>
                <a:spcPts val="0"/>
              </a:spcBef>
              <a:spcAft>
                <a:spcPts val="0"/>
              </a:spcAft>
              <a:buNone/>
            </a:pPr>
            <a:r>
              <a:rPr b="1" lang="en" sz="800"/>
              <a:t>Forest Stance</a:t>
            </a:r>
            <a:endParaRPr b="1" sz="800"/>
          </a:p>
        </p:txBody>
      </p:sp>
      <p:sp>
        <p:nvSpPr>
          <p:cNvPr id="1084" name="Google Shape;1084;p23"/>
          <p:cNvSpPr txBox="1"/>
          <p:nvPr/>
        </p:nvSpPr>
        <p:spPr>
          <a:xfrm>
            <a:off x="4819384" y="3472837"/>
            <a:ext cx="892085"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425" wrap="square" tIns="9125">
            <a:noAutofit/>
          </a:bodyPr>
          <a:lstStyle/>
          <a:p>
            <a:pPr indent="0" lvl="0" marL="0" rtl="0" algn="ctr">
              <a:spcBef>
                <a:spcPts val="0"/>
              </a:spcBef>
              <a:spcAft>
                <a:spcPts val="0"/>
              </a:spcAft>
              <a:buNone/>
            </a:pPr>
            <a:r>
              <a:rPr b="1" lang="en" sz="800"/>
              <a:t>Tangled</a:t>
            </a:r>
            <a:endParaRPr b="1" sz="800"/>
          </a:p>
          <a:p>
            <a:pPr indent="0" lvl="0" marL="0" rtl="0" algn="ctr">
              <a:spcBef>
                <a:spcPts val="0"/>
              </a:spcBef>
              <a:spcAft>
                <a:spcPts val="0"/>
              </a:spcAft>
              <a:buNone/>
            </a:pPr>
            <a:r>
              <a:rPr b="1" lang="en" sz="800"/>
              <a:t>Forest Rake</a:t>
            </a:r>
            <a:endParaRPr b="1" sz="800"/>
          </a:p>
        </p:txBody>
      </p:sp>
      <p:sp>
        <p:nvSpPr>
          <p:cNvPr id="1085" name="Google Shape;1085;p23"/>
          <p:cNvSpPr txBox="1"/>
          <p:nvPr/>
        </p:nvSpPr>
        <p:spPr>
          <a:xfrm>
            <a:off x="3853883" y="2186936"/>
            <a:ext cx="892085"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Ironblood</a:t>
            </a:r>
            <a:endParaRPr b="1" sz="800"/>
          </a:p>
          <a:p>
            <a:pPr indent="0" lvl="0" marL="0" rtl="0" algn="ctr">
              <a:spcBef>
                <a:spcPts val="0"/>
              </a:spcBef>
              <a:spcAft>
                <a:spcPts val="0"/>
              </a:spcAft>
              <a:buNone/>
            </a:pPr>
            <a:r>
              <a:rPr b="1" lang="en" sz="800"/>
              <a:t>Stance</a:t>
            </a:r>
            <a:endParaRPr b="1" sz="800"/>
          </a:p>
        </p:txBody>
      </p:sp>
      <p:sp>
        <p:nvSpPr>
          <p:cNvPr id="1086" name="Google Shape;1086;p23"/>
          <p:cNvSpPr txBox="1"/>
          <p:nvPr/>
        </p:nvSpPr>
        <p:spPr>
          <a:xfrm>
            <a:off x="3852965" y="3472848"/>
            <a:ext cx="892085"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Ironblood</a:t>
            </a:r>
            <a:endParaRPr b="1" sz="800"/>
          </a:p>
          <a:p>
            <a:pPr indent="0" lvl="0" marL="0" rtl="0" algn="ctr">
              <a:spcBef>
                <a:spcPts val="0"/>
              </a:spcBef>
              <a:spcAft>
                <a:spcPts val="0"/>
              </a:spcAft>
              <a:buNone/>
            </a:pPr>
            <a:r>
              <a:rPr b="1" lang="en" sz="800"/>
              <a:t>Surge</a:t>
            </a:r>
            <a:endParaRPr b="1" sz="800"/>
          </a:p>
        </p:txBody>
      </p:sp>
      <p:sp>
        <p:nvSpPr>
          <p:cNvPr id="1087" name="Google Shape;1087;p23"/>
          <p:cNvSpPr txBox="1"/>
          <p:nvPr/>
        </p:nvSpPr>
        <p:spPr>
          <a:xfrm>
            <a:off x="2848037" y="472387"/>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Mountain</a:t>
            </a:r>
            <a:endParaRPr b="1" sz="800"/>
          </a:p>
          <a:p>
            <a:pPr indent="0" lvl="0" marL="0" rtl="0" algn="ctr">
              <a:spcBef>
                <a:spcPts val="0"/>
              </a:spcBef>
              <a:spcAft>
                <a:spcPts val="0"/>
              </a:spcAft>
              <a:buNone/>
            </a:pPr>
            <a:r>
              <a:rPr b="1" lang="en" sz="800"/>
              <a:t>Stance</a:t>
            </a:r>
            <a:endParaRPr b="1" sz="800"/>
          </a:p>
        </p:txBody>
      </p:sp>
      <p:sp>
        <p:nvSpPr>
          <p:cNvPr id="1088" name="Google Shape;1088;p23"/>
          <p:cNvSpPr txBox="1"/>
          <p:nvPr/>
        </p:nvSpPr>
        <p:spPr>
          <a:xfrm>
            <a:off x="2848037" y="1758300"/>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Mountain Stronghold</a:t>
            </a:r>
            <a:endParaRPr b="1" sz="800"/>
          </a:p>
        </p:txBody>
      </p:sp>
      <p:sp>
        <p:nvSpPr>
          <p:cNvPr id="1089" name="Google Shape;1089;p23"/>
          <p:cNvSpPr txBox="1"/>
          <p:nvPr/>
        </p:nvSpPr>
        <p:spPr>
          <a:xfrm>
            <a:off x="2848037" y="3472812"/>
            <a:ext cx="8922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Mountain</a:t>
            </a:r>
            <a:endParaRPr b="1" sz="800"/>
          </a:p>
          <a:p>
            <a:pPr indent="0" lvl="0" marL="0" rtl="0" algn="ctr">
              <a:spcBef>
                <a:spcPts val="0"/>
              </a:spcBef>
              <a:spcAft>
                <a:spcPts val="0"/>
              </a:spcAft>
              <a:buNone/>
            </a:pPr>
            <a:r>
              <a:rPr b="1" lang="en" sz="800"/>
              <a:t>Quake</a:t>
            </a:r>
            <a:endParaRPr b="1" sz="800"/>
          </a:p>
        </p:txBody>
      </p:sp>
      <p:sp>
        <p:nvSpPr>
          <p:cNvPr id="1090" name="Google Shape;1090;p23"/>
          <p:cNvSpPr txBox="1"/>
          <p:nvPr/>
        </p:nvSpPr>
        <p:spPr>
          <a:xfrm>
            <a:off x="3543425" y="43301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Diamond Fists</a:t>
            </a:r>
            <a:endParaRPr b="1" sz="800"/>
          </a:p>
        </p:txBody>
      </p:sp>
      <p:sp>
        <p:nvSpPr>
          <p:cNvPr id="1091" name="Google Shape;1091;p23"/>
          <p:cNvSpPr txBox="1"/>
          <p:nvPr/>
        </p:nvSpPr>
        <p:spPr>
          <a:xfrm>
            <a:off x="5540095" y="43300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Swift River</a:t>
            </a:r>
            <a:endParaRPr b="1" sz="800"/>
          </a:p>
        </p:txBody>
      </p:sp>
      <p:sp>
        <p:nvSpPr>
          <p:cNvPr id="1092" name="Google Shape;1092;p23"/>
          <p:cNvSpPr txBox="1"/>
          <p:nvPr/>
        </p:nvSpPr>
        <p:spPr>
          <a:xfrm>
            <a:off x="3543425" y="47587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Enduring Quickness</a:t>
            </a:r>
            <a:endParaRPr b="1" sz="800"/>
          </a:p>
        </p:txBody>
      </p:sp>
      <p:sp>
        <p:nvSpPr>
          <p:cNvPr id="1093" name="Google Shape;1093;p23"/>
          <p:cNvSpPr txBox="1"/>
          <p:nvPr/>
        </p:nvSpPr>
        <p:spPr>
          <a:xfrm>
            <a:off x="1546741" y="4758749"/>
            <a:ext cx="972300"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Fuse Stance</a:t>
            </a:r>
            <a:endParaRPr b="1" sz="800"/>
          </a:p>
        </p:txBody>
      </p:sp>
      <p:sp>
        <p:nvSpPr>
          <p:cNvPr id="1094" name="Google Shape;1094;p23"/>
          <p:cNvSpPr txBox="1"/>
          <p:nvPr/>
        </p:nvSpPr>
        <p:spPr>
          <a:xfrm>
            <a:off x="5540095" y="47587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Impossible Technique</a:t>
            </a:r>
            <a:endParaRPr b="1" sz="800"/>
          </a:p>
        </p:txBody>
      </p:sp>
      <p:cxnSp>
        <p:nvCxnSpPr>
          <p:cNvPr id="1095" name="Google Shape;1095;p23"/>
          <p:cNvCxnSpPr>
            <a:stCxn id="1096" idx="2"/>
            <a:endCxn id="1097" idx="0"/>
          </p:cNvCxnSpPr>
          <p:nvPr/>
        </p:nvCxnSpPr>
        <p:spPr>
          <a:xfrm flipH="1" rot="-5400000">
            <a:off x="8214065" y="362175"/>
            <a:ext cx="100200" cy="977400"/>
          </a:xfrm>
          <a:prstGeom prst="bentConnector3">
            <a:avLst>
              <a:gd fmla="val 50037" name="adj1"/>
            </a:avLst>
          </a:prstGeom>
          <a:noFill/>
          <a:ln cap="flat" cmpd="sng" w="9525">
            <a:solidFill>
              <a:schemeClr val="dk2"/>
            </a:solidFill>
            <a:prstDash val="solid"/>
            <a:round/>
            <a:headEnd len="med" w="med" type="none"/>
            <a:tailEnd len="med" w="med" type="none"/>
          </a:ln>
        </p:spPr>
      </p:cxnSp>
      <p:cxnSp>
        <p:nvCxnSpPr>
          <p:cNvPr id="1098" name="Google Shape;1098;p23"/>
          <p:cNvCxnSpPr>
            <a:stCxn id="1087" idx="2"/>
            <a:endCxn id="1088" idx="0"/>
          </p:cNvCxnSpPr>
          <p:nvPr/>
        </p:nvCxnSpPr>
        <p:spPr>
          <a:xfrm flipH="1" rot="-5400000">
            <a:off x="2821337" y="1284787"/>
            <a:ext cx="946200" cy="6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099" name="Google Shape;1099;p23"/>
          <p:cNvCxnSpPr>
            <a:stCxn id="1088" idx="2"/>
            <a:endCxn id="1089" idx="0"/>
          </p:cNvCxnSpPr>
          <p:nvPr/>
        </p:nvCxnSpPr>
        <p:spPr>
          <a:xfrm flipH="1" rot="-5400000">
            <a:off x="2606987" y="2785050"/>
            <a:ext cx="1374900" cy="6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100" name="Google Shape;1100;p23"/>
          <p:cNvCxnSpPr>
            <a:stCxn id="1069" idx="2"/>
            <a:endCxn id="1070" idx="0"/>
          </p:cNvCxnSpPr>
          <p:nvPr/>
        </p:nvCxnSpPr>
        <p:spPr>
          <a:xfrm flipH="1" rot="-5400000">
            <a:off x="830450" y="1284799"/>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101" name="Google Shape;1101;p23"/>
          <p:cNvCxnSpPr>
            <a:stCxn id="1067" idx="2"/>
            <a:endCxn id="1068" idx="0"/>
          </p:cNvCxnSpPr>
          <p:nvPr/>
        </p:nvCxnSpPr>
        <p:spPr>
          <a:xfrm flipH="1" rot="-5400000">
            <a:off x="1777507" y="1284788"/>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102" name="Google Shape;1102;p23"/>
          <p:cNvCxnSpPr>
            <a:stCxn id="1065" idx="2"/>
            <a:endCxn id="1066" idx="0"/>
          </p:cNvCxnSpPr>
          <p:nvPr/>
        </p:nvCxnSpPr>
        <p:spPr>
          <a:xfrm flipH="1" rot="-5400000">
            <a:off x="3826476" y="1284786"/>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103" name="Google Shape;1103;p23"/>
          <p:cNvCxnSpPr>
            <a:stCxn id="1063" idx="2"/>
            <a:endCxn id="1064" idx="0"/>
          </p:cNvCxnSpPr>
          <p:nvPr/>
        </p:nvCxnSpPr>
        <p:spPr>
          <a:xfrm flipH="1" rot="-5400000">
            <a:off x="4793862" y="1284775"/>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104" name="Google Shape;1104;p23"/>
          <p:cNvCxnSpPr>
            <a:stCxn id="1085" idx="2"/>
            <a:endCxn id="1086" idx="0"/>
          </p:cNvCxnSpPr>
          <p:nvPr/>
        </p:nvCxnSpPr>
        <p:spPr>
          <a:xfrm rot="5400000">
            <a:off x="3826376" y="2999186"/>
            <a:ext cx="946200" cy="9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105" name="Google Shape;1105;p23"/>
          <p:cNvCxnSpPr>
            <a:stCxn id="1083" idx="2"/>
            <a:endCxn id="1084" idx="0"/>
          </p:cNvCxnSpPr>
          <p:nvPr/>
        </p:nvCxnSpPr>
        <p:spPr>
          <a:xfrm rot="5400000">
            <a:off x="4792794" y="2999175"/>
            <a:ext cx="946200" cy="9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106" name="Google Shape;1106;p23"/>
          <p:cNvCxnSpPr>
            <a:stCxn id="1077" idx="2"/>
            <a:endCxn id="1078" idx="0"/>
          </p:cNvCxnSpPr>
          <p:nvPr/>
        </p:nvCxnSpPr>
        <p:spPr>
          <a:xfrm rot="5400000">
            <a:off x="2513219" y="3641798"/>
            <a:ext cx="517800" cy="1800"/>
          </a:xfrm>
          <a:prstGeom prst="bentConnector3">
            <a:avLst>
              <a:gd fmla="val 49987" name="adj1"/>
            </a:avLst>
          </a:prstGeom>
          <a:noFill/>
          <a:ln cap="flat" cmpd="sng" w="19050">
            <a:solidFill>
              <a:srgbClr val="000000"/>
            </a:solidFill>
            <a:prstDash val="solid"/>
            <a:round/>
            <a:headEnd len="med" w="med" type="none"/>
            <a:tailEnd len="med" w="med" type="triangle"/>
          </a:ln>
        </p:spPr>
      </p:cxnSp>
      <p:sp>
        <p:nvSpPr>
          <p:cNvPr id="1107" name="Google Shape;1107;p23"/>
          <p:cNvSpPr txBox="1"/>
          <p:nvPr/>
        </p:nvSpPr>
        <p:spPr>
          <a:xfrm>
            <a:off x="2285200" y="26155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Sleeper</a:t>
            </a:r>
            <a:endParaRPr b="1" sz="800"/>
          </a:p>
          <a:p>
            <a:pPr indent="0" lvl="0" marL="0" rtl="0" algn="ctr">
              <a:spcBef>
                <a:spcPts val="0"/>
              </a:spcBef>
              <a:spcAft>
                <a:spcPts val="0"/>
              </a:spcAft>
              <a:buNone/>
            </a:pPr>
            <a:r>
              <a:rPr b="1" lang="en" sz="800"/>
              <a:t>Hold</a:t>
            </a:r>
            <a:endParaRPr b="1" sz="800"/>
          </a:p>
        </p:txBody>
      </p:sp>
      <p:sp>
        <p:nvSpPr>
          <p:cNvPr id="1108" name="Google Shape;1108;p23"/>
          <p:cNvSpPr txBox="1"/>
          <p:nvPr/>
        </p:nvSpPr>
        <p:spPr>
          <a:xfrm>
            <a:off x="1016508" y="26155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Knockback</a:t>
            </a:r>
            <a:endParaRPr b="1" sz="800"/>
          </a:p>
          <a:p>
            <a:pPr indent="0" lvl="0" marL="0" rtl="0" algn="ctr">
              <a:spcBef>
                <a:spcPts val="0"/>
              </a:spcBef>
              <a:spcAft>
                <a:spcPts val="0"/>
              </a:spcAft>
              <a:buNone/>
            </a:pPr>
            <a:r>
              <a:rPr b="1" lang="en" sz="800"/>
              <a:t>Strike</a:t>
            </a:r>
            <a:endParaRPr b="1" sz="800"/>
          </a:p>
        </p:txBody>
      </p:sp>
      <p:sp>
        <p:nvSpPr>
          <p:cNvPr id="1109" name="Google Shape;1109;p23"/>
          <p:cNvSpPr txBox="1"/>
          <p:nvPr/>
        </p:nvSpPr>
        <p:spPr>
          <a:xfrm>
            <a:off x="6005754"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Winding</a:t>
            </a:r>
            <a:endParaRPr b="1" sz="800"/>
          </a:p>
          <a:p>
            <a:pPr indent="0" lvl="0" marL="0" rtl="0" algn="ctr">
              <a:spcBef>
                <a:spcPts val="0"/>
              </a:spcBef>
              <a:spcAft>
                <a:spcPts val="0"/>
              </a:spcAft>
              <a:buNone/>
            </a:pPr>
            <a:r>
              <a:rPr b="1" lang="en" sz="800"/>
              <a:t>Flow</a:t>
            </a:r>
            <a:endParaRPr b="1" sz="800"/>
          </a:p>
        </p:txBody>
      </p:sp>
      <p:grpSp>
        <p:nvGrpSpPr>
          <p:cNvPr id="1110" name="Google Shape;1110;p23"/>
          <p:cNvGrpSpPr/>
          <p:nvPr/>
        </p:nvGrpSpPr>
        <p:grpSpPr>
          <a:xfrm>
            <a:off x="2382873" y="901025"/>
            <a:ext cx="776968" cy="1625499"/>
            <a:chOff x="3090670" y="901025"/>
            <a:chExt cx="716100" cy="1625499"/>
          </a:xfrm>
        </p:grpSpPr>
        <p:sp>
          <p:nvSpPr>
            <p:cNvPr id="1111" name="Google Shape;1111;p23"/>
            <p:cNvSpPr txBox="1"/>
            <p:nvPr/>
          </p:nvSpPr>
          <p:spPr>
            <a:xfrm>
              <a:off x="3090670" y="2186924"/>
              <a:ext cx="71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Arrow</a:t>
              </a:r>
              <a:endParaRPr b="1" sz="800"/>
            </a:p>
            <a:p>
              <a:pPr indent="0" lvl="0" marL="0" rtl="0" algn="ctr">
                <a:spcBef>
                  <a:spcPts val="0"/>
                </a:spcBef>
                <a:spcAft>
                  <a:spcPts val="0"/>
                </a:spcAft>
                <a:buNone/>
              </a:pPr>
              <a:r>
                <a:rPr b="1" lang="en" sz="800"/>
                <a:t>Snatching</a:t>
              </a:r>
              <a:endParaRPr b="1" sz="800"/>
            </a:p>
          </p:txBody>
        </p:sp>
        <p:sp>
          <p:nvSpPr>
            <p:cNvPr id="1112" name="Google Shape;1112;p23"/>
            <p:cNvSpPr txBox="1"/>
            <p:nvPr/>
          </p:nvSpPr>
          <p:spPr>
            <a:xfrm>
              <a:off x="3090670" y="901025"/>
              <a:ext cx="71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Deflect</a:t>
              </a:r>
              <a:endParaRPr b="1" sz="800"/>
            </a:p>
            <a:p>
              <a:pPr indent="0" lvl="0" marL="0" rtl="0" algn="ctr">
                <a:spcBef>
                  <a:spcPts val="0"/>
                </a:spcBef>
                <a:spcAft>
                  <a:spcPts val="0"/>
                </a:spcAft>
                <a:buNone/>
              </a:pPr>
              <a:r>
                <a:rPr b="1" lang="en" sz="800"/>
                <a:t>Arrow</a:t>
              </a:r>
              <a:endParaRPr b="1" sz="800"/>
            </a:p>
          </p:txBody>
        </p:sp>
      </p:grpSp>
      <p:cxnSp>
        <p:nvCxnSpPr>
          <p:cNvPr id="1113" name="Google Shape;1113;p23"/>
          <p:cNvCxnSpPr>
            <a:stCxn id="1112" idx="2"/>
            <a:endCxn id="1111" idx="0"/>
          </p:cNvCxnSpPr>
          <p:nvPr/>
        </p:nvCxnSpPr>
        <p:spPr>
          <a:xfrm flipH="1" rot="-5400000">
            <a:off x="2298557" y="1713425"/>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sp>
        <p:nvSpPr>
          <p:cNvPr id="1114" name="Google Shape;1114;p23"/>
          <p:cNvSpPr txBox="1"/>
          <p:nvPr/>
        </p:nvSpPr>
        <p:spPr>
          <a:xfrm>
            <a:off x="1388598" y="901025"/>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Dancing</a:t>
            </a:r>
            <a:endParaRPr b="1" sz="800"/>
          </a:p>
          <a:p>
            <a:pPr indent="0" lvl="0" marL="0" rtl="0" algn="ctr">
              <a:spcBef>
                <a:spcPts val="0"/>
              </a:spcBef>
              <a:spcAft>
                <a:spcPts val="0"/>
              </a:spcAft>
              <a:buNone/>
            </a:pPr>
            <a:r>
              <a:rPr b="1" lang="en" sz="800"/>
              <a:t>Leaf</a:t>
            </a:r>
            <a:endParaRPr b="1" sz="800"/>
          </a:p>
        </p:txBody>
      </p:sp>
      <p:sp>
        <p:nvSpPr>
          <p:cNvPr id="1115" name="Google Shape;1115;p23"/>
          <p:cNvSpPr txBox="1"/>
          <p:nvPr/>
        </p:nvSpPr>
        <p:spPr>
          <a:xfrm>
            <a:off x="5374620" y="901013"/>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Brawling</a:t>
            </a:r>
            <a:endParaRPr b="1" sz="800">
              <a:solidFill>
                <a:schemeClr val="dk1"/>
              </a:solidFill>
            </a:endParaRPr>
          </a:p>
          <a:p>
            <a:pPr indent="0" lvl="0" marL="0" rtl="0" algn="ctr">
              <a:spcBef>
                <a:spcPts val="0"/>
              </a:spcBef>
              <a:spcAft>
                <a:spcPts val="0"/>
              </a:spcAft>
              <a:buNone/>
            </a:pPr>
            <a:r>
              <a:rPr b="1" lang="en" sz="800">
                <a:solidFill>
                  <a:schemeClr val="dk1"/>
                </a:solidFill>
              </a:rPr>
              <a:t>Focus</a:t>
            </a:r>
            <a:endParaRPr b="1" sz="800"/>
          </a:p>
        </p:txBody>
      </p:sp>
      <p:sp>
        <p:nvSpPr>
          <p:cNvPr id="1116" name="Google Shape;1116;p23"/>
          <p:cNvSpPr txBox="1"/>
          <p:nvPr/>
        </p:nvSpPr>
        <p:spPr>
          <a:xfrm>
            <a:off x="3413350" y="901013"/>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Crushing Grab</a:t>
            </a:r>
            <a:endParaRPr b="1" sz="800"/>
          </a:p>
        </p:txBody>
      </p:sp>
      <p:sp>
        <p:nvSpPr>
          <p:cNvPr id="1117" name="Google Shape;1117;p23"/>
          <p:cNvSpPr txBox="1"/>
          <p:nvPr/>
        </p:nvSpPr>
        <p:spPr>
          <a:xfrm>
            <a:off x="4394595" y="901013"/>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Stunning</a:t>
            </a:r>
            <a:endParaRPr b="1" sz="800">
              <a:solidFill>
                <a:schemeClr val="dk1"/>
              </a:solidFill>
            </a:endParaRPr>
          </a:p>
          <a:p>
            <a:pPr indent="0" lvl="0" marL="0" rtl="0" algn="ctr">
              <a:spcBef>
                <a:spcPts val="0"/>
              </a:spcBef>
              <a:spcAft>
                <a:spcPts val="0"/>
              </a:spcAft>
              <a:buNone/>
            </a:pPr>
            <a:r>
              <a:rPr b="1" lang="en" sz="800">
                <a:solidFill>
                  <a:schemeClr val="dk1"/>
                </a:solidFill>
              </a:rPr>
              <a:t>Fist</a:t>
            </a:r>
            <a:endParaRPr b="1" sz="800"/>
          </a:p>
        </p:txBody>
      </p:sp>
      <p:sp>
        <p:nvSpPr>
          <p:cNvPr id="1118" name="Google Shape;1118;p23"/>
          <p:cNvSpPr txBox="1"/>
          <p:nvPr/>
        </p:nvSpPr>
        <p:spPr>
          <a:xfrm>
            <a:off x="5772552" y="472400"/>
            <a:ext cx="679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Monastic</a:t>
            </a:r>
            <a:endParaRPr b="1" sz="800"/>
          </a:p>
          <a:p>
            <a:pPr indent="0" lvl="0" marL="0" rtl="0" algn="ctr">
              <a:spcBef>
                <a:spcPts val="0"/>
              </a:spcBef>
              <a:spcAft>
                <a:spcPts val="0"/>
              </a:spcAft>
              <a:buNone/>
            </a:pPr>
            <a:r>
              <a:rPr b="1" lang="en" sz="800"/>
              <a:t>Weaponry</a:t>
            </a:r>
            <a:endParaRPr b="1" sz="800"/>
          </a:p>
        </p:txBody>
      </p:sp>
      <p:sp>
        <p:nvSpPr>
          <p:cNvPr id="1119" name="Google Shape;1119;p23"/>
          <p:cNvSpPr txBox="1"/>
          <p:nvPr/>
        </p:nvSpPr>
        <p:spPr>
          <a:xfrm>
            <a:off x="7271450" y="2142300"/>
            <a:ext cx="1872600" cy="2571900"/>
          </a:xfrm>
          <a:prstGeom prst="rect">
            <a:avLst/>
          </a:prstGeom>
          <a:solidFill>
            <a:srgbClr val="A4C2F4"/>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t/>
            </a:r>
            <a:endParaRPr b="1" sz="800"/>
          </a:p>
        </p:txBody>
      </p:sp>
      <p:sp>
        <p:nvSpPr>
          <p:cNvPr id="1120" name="Google Shape;1120;p23"/>
          <p:cNvSpPr txBox="1"/>
          <p:nvPr/>
        </p:nvSpPr>
        <p:spPr>
          <a:xfrm>
            <a:off x="7271350" y="2134975"/>
            <a:ext cx="679800" cy="2808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b="1" lang="en" sz="800"/>
              <a:t>Ki Spell Dependent </a:t>
            </a:r>
            <a:endParaRPr b="1" sz="800"/>
          </a:p>
        </p:txBody>
      </p:sp>
      <p:sp>
        <p:nvSpPr>
          <p:cNvPr id="1121" name="Google Shape;1121;p23"/>
          <p:cNvSpPr txBox="1"/>
          <p:nvPr/>
        </p:nvSpPr>
        <p:spPr>
          <a:xfrm>
            <a:off x="6330685" y="1329676"/>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Flurry of</a:t>
            </a:r>
            <a:endParaRPr b="1" sz="800"/>
          </a:p>
          <a:p>
            <a:pPr indent="0" lvl="0" marL="0" rtl="0" algn="ctr">
              <a:spcBef>
                <a:spcPts val="0"/>
              </a:spcBef>
              <a:spcAft>
                <a:spcPts val="0"/>
              </a:spcAft>
              <a:buNone/>
            </a:pPr>
            <a:r>
              <a:rPr b="1" lang="en" sz="800"/>
              <a:t>Maneuvers</a:t>
            </a:r>
            <a:endParaRPr b="1" sz="800"/>
          </a:p>
        </p:txBody>
      </p:sp>
      <p:sp>
        <p:nvSpPr>
          <p:cNvPr id="1122" name="Google Shape;1122;p23"/>
          <p:cNvSpPr txBox="1"/>
          <p:nvPr/>
        </p:nvSpPr>
        <p:spPr>
          <a:xfrm>
            <a:off x="1388567" y="1329676"/>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Stand</a:t>
            </a:r>
            <a:endParaRPr b="1" sz="800">
              <a:solidFill>
                <a:schemeClr val="dk1"/>
              </a:solidFill>
            </a:endParaRPr>
          </a:p>
          <a:p>
            <a:pPr indent="0" lvl="0" marL="0" rtl="0" algn="ctr">
              <a:spcBef>
                <a:spcPts val="0"/>
              </a:spcBef>
              <a:spcAft>
                <a:spcPts val="0"/>
              </a:spcAft>
              <a:buNone/>
            </a:pPr>
            <a:r>
              <a:rPr b="1" lang="en" sz="800">
                <a:solidFill>
                  <a:schemeClr val="dk1"/>
                </a:solidFill>
              </a:rPr>
              <a:t>Still</a:t>
            </a:r>
            <a:endParaRPr b="1" sz="800"/>
          </a:p>
        </p:txBody>
      </p:sp>
      <p:sp>
        <p:nvSpPr>
          <p:cNvPr id="1123" name="Google Shape;1123;p23"/>
          <p:cNvSpPr txBox="1"/>
          <p:nvPr/>
        </p:nvSpPr>
        <p:spPr>
          <a:xfrm>
            <a:off x="4394609" y="1329651"/>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solidFill>
                  <a:schemeClr val="dk1"/>
                </a:solidFill>
              </a:rPr>
              <a:t>Flying</a:t>
            </a:r>
            <a:endParaRPr b="1" sz="800">
              <a:solidFill>
                <a:schemeClr val="dk1"/>
              </a:solidFill>
            </a:endParaRPr>
          </a:p>
          <a:p>
            <a:pPr indent="0" lvl="0" marL="0" rtl="0" algn="ctr">
              <a:spcBef>
                <a:spcPts val="0"/>
              </a:spcBef>
              <a:spcAft>
                <a:spcPts val="0"/>
              </a:spcAft>
              <a:buNone/>
            </a:pPr>
            <a:r>
              <a:rPr b="1" lang="en" sz="800">
                <a:solidFill>
                  <a:schemeClr val="dk1"/>
                </a:solidFill>
              </a:rPr>
              <a:t>Kick</a:t>
            </a:r>
            <a:endParaRPr b="1" sz="800"/>
          </a:p>
        </p:txBody>
      </p:sp>
      <p:sp>
        <p:nvSpPr>
          <p:cNvPr id="1124" name="Google Shape;1124;p23"/>
          <p:cNvSpPr txBox="1"/>
          <p:nvPr/>
        </p:nvSpPr>
        <p:spPr>
          <a:xfrm>
            <a:off x="5390013" y="1329651"/>
            <a:ext cx="777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Guarded Movement</a:t>
            </a:r>
            <a:endParaRPr b="1" sz="800"/>
          </a:p>
        </p:txBody>
      </p:sp>
      <p:sp>
        <p:nvSpPr>
          <p:cNvPr id="1125" name="Google Shape;1125;p23"/>
          <p:cNvSpPr txBox="1"/>
          <p:nvPr/>
        </p:nvSpPr>
        <p:spPr>
          <a:xfrm>
            <a:off x="6554538" y="1758288"/>
            <a:ext cx="64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18275" spcFirstLastPara="1" rIns="9125" wrap="square" tIns="9125">
            <a:noAutofit/>
          </a:bodyPr>
          <a:lstStyle/>
          <a:p>
            <a:pPr indent="0" lvl="0" marL="0" rtl="0" algn="l">
              <a:spcBef>
                <a:spcPts val="0"/>
              </a:spcBef>
              <a:spcAft>
                <a:spcPts val="0"/>
              </a:spcAft>
              <a:buNone/>
            </a:pPr>
            <a:r>
              <a:rPr b="1" lang="en" sz="800">
                <a:solidFill>
                  <a:schemeClr val="dk1"/>
                </a:solidFill>
              </a:rPr>
              <a:t>Whirling</a:t>
            </a:r>
            <a:endParaRPr b="1" sz="800">
              <a:solidFill>
                <a:schemeClr val="dk1"/>
              </a:solidFill>
            </a:endParaRPr>
          </a:p>
          <a:p>
            <a:pPr indent="0" lvl="0" marL="0" rtl="0" algn="l">
              <a:spcBef>
                <a:spcPts val="0"/>
              </a:spcBef>
              <a:spcAft>
                <a:spcPts val="0"/>
              </a:spcAft>
              <a:buNone/>
            </a:pPr>
            <a:r>
              <a:rPr b="1" lang="en" sz="800">
                <a:solidFill>
                  <a:schemeClr val="dk1"/>
                </a:solidFill>
              </a:rPr>
              <a:t>Throw</a:t>
            </a:r>
            <a:endParaRPr b="1" sz="800">
              <a:solidFill>
                <a:schemeClr val="dk1"/>
              </a:solidFill>
            </a:endParaRPr>
          </a:p>
        </p:txBody>
      </p:sp>
      <p:sp>
        <p:nvSpPr>
          <p:cNvPr id="1126" name="Google Shape;1126;p23"/>
          <p:cNvSpPr txBox="1"/>
          <p:nvPr/>
        </p:nvSpPr>
        <p:spPr>
          <a:xfrm>
            <a:off x="5840024" y="1758288"/>
            <a:ext cx="64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Water</a:t>
            </a:r>
            <a:endParaRPr b="1" sz="800">
              <a:solidFill>
                <a:schemeClr val="dk1"/>
              </a:solidFill>
            </a:endParaRPr>
          </a:p>
          <a:p>
            <a:pPr indent="0" lvl="0" marL="0" rtl="0" algn="ctr">
              <a:spcBef>
                <a:spcPts val="0"/>
              </a:spcBef>
              <a:spcAft>
                <a:spcPts val="0"/>
              </a:spcAft>
              <a:buNone/>
            </a:pPr>
            <a:r>
              <a:rPr b="1" lang="en" sz="800">
                <a:solidFill>
                  <a:schemeClr val="dk1"/>
                </a:solidFill>
              </a:rPr>
              <a:t>Step</a:t>
            </a:r>
            <a:endParaRPr b="1" sz="800">
              <a:solidFill>
                <a:schemeClr val="dk1"/>
              </a:solidFill>
            </a:endParaRPr>
          </a:p>
        </p:txBody>
      </p:sp>
      <p:sp>
        <p:nvSpPr>
          <p:cNvPr id="1127" name="Google Shape;1127;p23"/>
          <p:cNvSpPr/>
          <p:nvPr/>
        </p:nvSpPr>
        <p:spPr>
          <a:xfrm>
            <a:off x="6565762" y="472403"/>
            <a:ext cx="592200" cy="339600"/>
          </a:xfrm>
          <a:prstGeom prst="round2DiagRect">
            <a:avLst>
              <a:gd fmla="val 50000" name="adj1"/>
              <a:gd fmla="val 0" name="adj2"/>
            </a:avLst>
          </a:prstGeom>
          <a:solidFill>
            <a:schemeClr val="lt2"/>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Flurry of</a:t>
            </a:r>
            <a:endParaRPr b="1" sz="800"/>
          </a:p>
          <a:p>
            <a:pPr indent="0" lvl="0" marL="0" rtl="0" algn="ctr">
              <a:spcBef>
                <a:spcPts val="0"/>
              </a:spcBef>
              <a:spcAft>
                <a:spcPts val="0"/>
              </a:spcAft>
              <a:buNone/>
            </a:pPr>
            <a:r>
              <a:rPr b="1" lang="en" sz="800"/>
              <a:t>    Blows</a:t>
            </a:r>
            <a:endParaRPr b="1" sz="800"/>
          </a:p>
        </p:txBody>
      </p:sp>
      <p:cxnSp>
        <p:nvCxnSpPr>
          <p:cNvPr id="1128" name="Google Shape;1128;p23"/>
          <p:cNvCxnSpPr>
            <a:stCxn id="1127" idx="1"/>
            <a:endCxn id="1121" idx="0"/>
          </p:cNvCxnSpPr>
          <p:nvPr/>
        </p:nvCxnSpPr>
        <p:spPr>
          <a:xfrm rot="5400000">
            <a:off x="6531562" y="999503"/>
            <a:ext cx="517800" cy="142800"/>
          </a:xfrm>
          <a:prstGeom prst="bentConnector3">
            <a:avLst>
              <a:gd fmla="val 49988" name="adj1"/>
            </a:avLst>
          </a:prstGeom>
          <a:noFill/>
          <a:ln cap="flat" cmpd="sng" w="19050">
            <a:solidFill>
              <a:srgbClr val="000000"/>
            </a:solidFill>
            <a:prstDash val="solid"/>
            <a:round/>
            <a:headEnd len="med" w="med" type="none"/>
            <a:tailEnd len="med" w="med" type="triangle"/>
          </a:ln>
        </p:spPr>
      </p:cxnSp>
      <p:grpSp>
        <p:nvGrpSpPr>
          <p:cNvPr id="1129" name="Google Shape;1129;p23"/>
          <p:cNvGrpSpPr/>
          <p:nvPr/>
        </p:nvGrpSpPr>
        <p:grpSpPr>
          <a:xfrm>
            <a:off x="6861850" y="4714325"/>
            <a:ext cx="1527900" cy="428700"/>
            <a:chOff x="7447938" y="4714325"/>
            <a:chExt cx="1527900" cy="428700"/>
          </a:xfrm>
        </p:grpSpPr>
        <p:sp>
          <p:nvSpPr>
            <p:cNvPr id="1130" name="Google Shape;1130;p23"/>
            <p:cNvSpPr/>
            <p:nvPr/>
          </p:nvSpPr>
          <p:spPr>
            <a:xfrm>
              <a:off x="7447938" y="4714325"/>
              <a:ext cx="1527900" cy="4287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cxnSp>
          <p:nvCxnSpPr>
            <p:cNvPr id="1131" name="Google Shape;1131;p23"/>
            <p:cNvCxnSpPr/>
            <p:nvPr/>
          </p:nvCxnSpPr>
          <p:spPr>
            <a:xfrm rot="10800000">
              <a:off x="7585596" y="4921339"/>
              <a:ext cx="459600" cy="0"/>
            </a:xfrm>
            <a:prstGeom prst="straightConnector1">
              <a:avLst/>
            </a:prstGeom>
            <a:noFill/>
            <a:ln cap="flat" cmpd="sng" w="19050">
              <a:solidFill>
                <a:srgbClr val="000000"/>
              </a:solidFill>
              <a:prstDash val="solid"/>
              <a:round/>
              <a:headEnd len="med" w="med" type="none"/>
              <a:tailEnd len="med" w="med" type="triangle"/>
            </a:ln>
          </p:spPr>
        </p:cxnSp>
        <p:sp>
          <p:nvSpPr>
            <p:cNvPr id="1132" name="Google Shape;1132;p23"/>
            <p:cNvSpPr txBox="1"/>
            <p:nvPr/>
          </p:nvSpPr>
          <p:spPr>
            <a:xfrm>
              <a:off x="7593387" y="4783081"/>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sp>
          <p:nvSpPr>
            <p:cNvPr id="1133" name="Google Shape;1133;p23"/>
            <p:cNvSpPr txBox="1"/>
            <p:nvPr/>
          </p:nvSpPr>
          <p:spPr>
            <a:xfrm>
              <a:off x="8338137" y="4990037"/>
              <a:ext cx="613500" cy="1260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Stance Feats</a:t>
              </a:r>
              <a:endParaRPr b="1" sz="600"/>
            </a:p>
          </p:txBody>
        </p:sp>
        <p:sp>
          <p:nvSpPr>
            <p:cNvPr id="1134" name="Google Shape;1134;p23"/>
            <p:cNvSpPr/>
            <p:nvPr/>
          </p:nvSpPr>
          <p:spPr>
            <a:xfrm>
              <a:off x="7534563" y="4990025"/>
              <a:ext cx="614700" cy="126300"/>
            </a:xfrm>
            <a:prstGeom prst="round2DiagRect">
              <a:avLst>
                <a:gd fmla="val 50000" name="adj1"/>
                <a:gd fmla="val 0" name="adj2"/>
              </a:avLst>
            </a:prstGeom>
            <a:solidFill>
              <a:schemeClr val="lt2"/>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Class Feature</a:t>
              </a:r>
              <a:endParaRPr b="1" sz="600"/>
            </a:p>
          </p:txBody>
        </p:sp>
        <p:grpSp>
          <p:nvGrpSpPr>
            <p:cNvPr id="1135" name="Google Shape;1135;p23"/>
            <p:cNvGrpSpPr/>
            <p:nvPr/>
          </p:nvGrpSpPr>
          <p:grpSpPr>
            <a:xfrm>
              <a:off x="8324691" y="4794700"/>
              <a:ext cx="640406" cy="150900"/>
              <a:chOff x="6248679" y="4159125"/>
              <a:chExt cx="640406" cy="150900"/>
            </a:xfrm>
          </p:grpSpPr>
          <p:sp>
            <p:nvSpPr>
              <p:cNvPr id="1136" name="Google Shape;1136;p23"/>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137" name="Google Shape;1137;p23"/>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138" name="Google Shape;1138;p23"/>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139" name="Google Shape;1139;p23"/>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140" name="Google Shape;1140;p23"/>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1141" name="Google Shape;1141;p23"/>
          <p:cNvSpPr/>
          <p:nvPr/>
        </p:nvSpPr>
        <p:spPr>
          <a:xfrm>
            <a:off x="1820867" y="2125860"/>
            <a:ext cx="233110" cy="233089"/>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sp>
        <p:nvSpPr>
          <p:cNvPr id="1142" name="Google Shape;1142;p23"/>
          <p:cNvSpPr/>
          <p:nvPr/>
        </p:nvSpPr>
        <p:spPr>
          <a:xfrm>
            <a:off x="6946562" y="1220125"/>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rPr lang="en" sz="600"/>
              <a:t>At</a:t>
            </a:r>
            <a:endParaRPr sz="600"/>
          </a:p>
          <a:p>
            <a:pPr indent="0" lvl="0" marL="0" rtl="0" algn="ctr">
              <a:spcBef>
                <a:spcPts val="0"/>
              </a:spcBef>
              <a:spcAft>
                <a:spcPts val="0"/>
              </a:spcAft>
              <a:buNone/>
            </a:pPr>
            <a:r>
              <a:t/>
            </a:r>
            <a:endParaRPr sz="600"/>
          </a:p>
        </p:txBody>
      </p:sp>
      <p:sp>
        <p:nvSpPr>
          <p:cNvPr id="1143" name="Google Shape;1143;p23"/>
          <p:cNvSpPr/>
          <p:nvPr/>
        </p:nvSpPr>
        <p:spPr>
          <a:xfrm>
            <a:off x="4995942" y="2978348"/>
            <a:ext cx="233110" cy="233089"/>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At</a:t>
            </a:r>
            <a:endParaRPr sz="600"/>
          </a:p>
        </p:txBody>
      </p:sp>
      <p:sp>
        <p:nvSpPr>
          <p:cNvPr id="1144" name="Google Shape;1144;p23"/>
          <p:cNvSpPr/>
          <p:nvPr/>
        </p:nvSpPr>
        <p:spPr>
          <a:xfrm>
            <a:off x="7271350" y="427750"/>
            <a:ext cx="1872674" cy="1878525"/>
          </a:xfrm>
          <a:prstGeom prst="flowChartOffpageConnector">
            <a:avLst/>
          </a:prstGeom>
          <a:solidFill>
            <a:srgbClr val="6D9EEB"/>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5" name="Google Shape;1145;p23"/>
          <p:cNvGrpSpPr/>
          <p:nvPr/>
        </p:nvGrpSpPr>
        <p:grpSpPr>
          <a:xfrm>
            <a:off x="7312500" y="461175"/>
            <a:ext cx="1759484" cy="1636758"/>
            <a:chOff x="7312500" y="461175"/>
            <a:chExt cx="1759484" cy="1636758"/>
          </a:xfrm>
        </p:grpSpPr>
        <p:sp>
          <p:nvSpPr>
            <p:cNvPr id="1146" name="Google Shape;1146;p23"/>
            <p:cNvSpPr txBox="1"/>
            <p:nvPr/>
          </p:nvSpPr>
          <p:spPr>
            <a:xfrm>
              <a:off x="8285684" y="461183"/>
              <a:ext cx="786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Ki</a:t>
              </a:r>
              <a:endParaRPr b="1" sz="800"/>
            </a:p>
            <a:p>
              <a:pPr indent="0" lvl="0" marL="0" rtl="0" algn="ctr">
                <a:spcBef>
                  <a:spcPts val="0"/>
                </a:spcBef>
                <a:spcAft>
                  <a:spcPts val="0"/>
                </a:spcAft>
                <a:buNone/>
              </a:pPr>
              <a:r>
                <a:rPr b="1" lang="en" sz="800"/>
                <a:t>Rush</a:t>
              </a:r>
              <a:endParaRPr b="1" sz="800"/>
            </a:p>
          </p:txBody>
        </p:sp>
        <p:sp>
          <p:nvSpPr>
            <p:cNvPr id="1096" name="Google Shape;1096;p23"/>
            <p:cNvSpPr txBox="1"/>
            <p:nvPr/>
          </p:nvSpPr>
          <p:spPr>
            <a:xfrm>
              <a:off x="7382315" y="461175"/>
              <a:ext cx="786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Ki</a:t>
              </a:r>
              <a:endParaRPr b="1" sz="800"/>
            </a:p>
            <a:p>
              <a:pPr indent="0" lvl="0" marL="0" rtl="0" algn="ctr">
                <a:spcBef>
                  <a:spcPts val="0"/>
                </a:spcBef>
                <a:spcAft>
                  <a:spcPts val="0"/>
                </a:spcAft>
                <a:buNone/>
              </a:pPr>
              <a:r>
                <a:rPr b="1" lang="en" sz="800"/>
                <a:t>Strike</a:t>
              </a:r>
              <a:endParaRPr b="1" sz="800"/>
            </a:p>
          </p:txBody>
        </p:sp>
        <p:sp>
          <p:nvSpPr>
            <p:cNvPr id="1097" name="Google Shape;1097;p23"/>
            <p:cNvSpPr txBox="1"/>
            <p:nvPr/>
          </p:nvSpPr>
          <p:spPr>
            <a:xfrm>
              <a:off x="8450325" y="901050"/>
              <a:ext cx="604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Elemental Fist</a:t>
              </a:r>
              <a:endParaRPr b="1" sz="800"/>
            </a:p>
          </p:txBody>
        </p:sp>
        <p:sp>
          <p:nvSpPr>
            <p:cNvPr id="1147" name="Google Shape;1147;p23"/>
            <p:cNvSpPr txBox="1"/>
            <p:nvPr/>
          </p:nvSpPr>
          <p:spPr>
            <a:xfrm>
              <a:off x="7312500" y="1758325"/>
              <a:ext cx="600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182875" spcFirstLastPara="1" rIns="9125" wrap="square" tIns="9125">
              <a:noAutofit/>
            </a:bodyPr>
            <a:lstStyle/>
            <a:p>
              <a:pPr indent="0" lvl="0" marL="0" rtl="0" algn="ctr">
                <a:spcBef>
                  <a:spcPts val="0"/>
                </a:spcBef>
                <a:spcAft>
                  <a:spcPts val="0"/>
                </a:spcAft>
                <a:buNone/>
              </a:pPr>
              <a:r>
                <a:rPr b="1" lang="en" sz="800"/>
                <a:t>Ki</a:t>
              </a:r>
              <a:endParaRPr b="1" sz="800"/>
            </a:p>
            <a:p>
              <a:pPr indent="0" lvl="0" marL="0" rtl="0" algn="ctr">
                <a:spcBef>
                  <a:spcPts val="0"/>
                </a:spcBef>
                <a:spcAft>
                  <a:spcPts val="0"/>
                </a:spcAft>
                <a:buNone/>
              </a:pPr>
              <a:r>
                <a:rPr b="1" lang="en" sz="800"/>
                <a:t>Blast</a:t>
              </a:r>
              <a:endParaRPr b="1" sz="800"/>
            </a:p>
          </p:txBody>
        </p:sp>
        <p:sp>
          <p:nvSpPr>
            <p:cNvPr id="1148" name="Google Shape;1148;p23"/>
            <p:cNvSpPr txBox="1"/>
            <p:nvPr/>
          </p:nvSpPr>
          <p:spPr>
            <a:xfrm>
              <a:off x="7949385" y="1758333"/>
              <a:ext cx="600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Abundant</a:t>
              </a:r>
              <a:endParaRPr b="1" sz="800"/>
            </a:p>
            <a:p>
              <a:pPr indent="0" lvl="0" marL="0" rtl="0" algn="ctr">
                <a:spcBef>
                  <a:spcPts val="0"/>
                </a:spcBef>
                <a:spcAft>
                  <a:spcPts val="0"/>
                </a:spcAft>
                <a:buNone/>
              </a:pPr>
              <a:r>
                <a:rPr b="1" lang="en" sz="800"/>
                <a:t>Step</a:t>
              </a:r>
              <a:endParaRPr b="1" sz="800"/>
            </a:p>
          </p:txBody>
        </p:sp>
        <p:sp>
          <p:nvSpPr>
            <p:cNvPr id="1149" name="Google Shape;1149;p23"/>
            <p:cNvSpPr txBox="1"/>
            <p:nvPr/>
          </p:nvSpPr>
          <p:spPr>
            <a:xfrm>
              <a:off x="8373185" y="1329675"/>
              <a:ext cx="679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Wholeness</a:t>
              </a:r>
              <a:endParaRPr b="1" sz="800"/>
            </a:p>
            <a:p>
              <a:pPr indent="0" lvl="0" marL="0" rtl="0" algn="ctr">
                <a:spcBef>
                  <a:spcPts val="0"/>
                </a:spcBef>
                <a:spcAft>
                  <a:spcPts val="0"/>
                </a:spcAft>
                <a:buNone/>
              </a:pPr>
              <a:r>
                <a:rPr b="1" lang="en" sz="800"/>
                <a:t>of Body</a:t>
              </a:r>
              <a:endParaRPr b="1" sz="800"/>
            </a:p>
          </p:txBody>
        </p:sp>
        <p:cxnSp>
          <p:nvCxnSpPr>
            <p:cNvPr id="1150" name="Google Shape;1150;p23"/>
            <p:cNvCxnSpPr>
              <a:stCxn id="1096" idx="2"/>
              <a:endCxn id="1147" idx="0"/>
            </p:cNvCxnSpPr>
            <p:nvPr/>
          </p:nvCxnSpPr>
          <p:spPr>
            <a:xfrm rot="5400000">
              <a:off x="7215215" y="1198125"/>
              <a:ext cx="957600" cy="162900"/>
            </a:xfrm>
            <a:prstGeom prst="bentConnector3">
              <a:avLst>
                <a:gd fmla="val 72546" name="adj1"/>
              </a:avLst>
            </a:prstGeom>
            <a:noFill/>
            <a:ln cap="flat" cmpd="sng" w="19050">
              <a:solidFill>
                <a:srgbClr val="000000"/>
              </a:solidFill>
              <a:prstDash val="solid"/>
              <a:round/>
              <a:headEnd len="med" w="med" type="none"/>
              <a:tailEnd len="med" w="med" type="triangle"/>
            </a:ln>
          </p:spPr>
        </p:cxnSp>
        <p:cxnSp>
          <p:nvCxnSpPr>
            <p:cNvPr id="1151" name="Google Shape;1151;p23"/>
            <p:cNvCxnSpPr>
              <a:stCxn id="1096" idx="2"/>
              <a:endCxn id="1148" idx="0"/>
            </p:cNvCxnSpPr>
            <p:nvPr/>
          </p:nvCxnSpPr>
          <p:spPr>
            <a:xfrm flipH="1" rot="-5400000">
              <a:off x="7533665" y="1042575"/>
              <a:ext cx="957600" cy="474000"/>
            </a:xfrm>
            <a:prstGeom prst="bentConnector3">
              <a:avLst>
                <a:gd fmla="val 73486" name="adj1"/>
              </a:avLst>
            </a:prstGeom>
            <a:noFill/>
            <a:ln cap="flat" cmpd="sng" w="19050">
              <a:solidFill>
                <a:srgbClr val="000000"/>
              </a:solidFill>
              <a:prstDash val="solid"/>
              <a:round/>
              <a:headEnd len="med" w="med" type="none"/>
              <a:tailEnd len="med" w="med" type="triangle"/>
            </a:ln>
          </p:spPr>
        </p:cxnSp>
        <p:cxnSp>
          <p:nvCxnSpPr>
            <p:cNvPr id="1152" name="Google Shape;1152;p23"/>
            <p:cNvCxnSpPr>
              <a:stCxn id="1096" idx="2"/>
              <a:endCxn id="1097" idx="1"/>
            </p:cNvCxnSpPr>
            <p:nvPr/>
          </p:nvCxnSpPr>
          <p:spPr>
            <a:xfrm flipH="1" rot="-5400000">
              <a:off x="7977965" y="598275"/>
              <a:ext cx="270000" cy="675000"/>
            </a:xfrm>
            <a:prstGeom prst="bentConnector2">
              <a:avLst/>
            </a:prstGeom>
            <a:noFill/>
            <a:ln cap="flat" cmpd="sng" w="19050">
              <a:solidFill>
                <a:srgbClr val="000000"/>
              </a:solidFill>
              <a:prstDash val="solid"/>
              <a:round/>
              <a:headEnd len="med" w="med" type="none"/>
              <a:tailEnd len="med" w="med" type="triangle"/>
            </a:ln>
          </p:spPr>
        </p:cxnSp>
        <p:cxnSp>
          <p:nvCxnSpPr>
            <p:cNvPr id="1153" name="Google Shape;1153;p23"/>
            <p:cNvCxnSpPr>
              <a:stCxn id="1096" idx="2"/>
              <a:endCxn id="1149" idx="1"/>
            </p:cNvCxnSpPr>
            <p:nvPr/>
          </p:nvCxnSpPr>
          <p:spPr>
            <a:xfrm flipH="1" rot="-5400000">
              <a:off x="7724915" y="851325"/>
              <a:ext cx="698700" cy="597600"/>
            </a:xfrm>
            <a:prstGeom prst="bentConnector2">
              <a:avLst/>
            </a:prstGeom>
            <a:noFill/>
            <a:ln cap="flat" cmpd="sng" w="19050">
              <a:solidFill>
                <a:srgbClr val="000000"/>
              </a:solidFill>
              <a:prstDash val="solid"/>
              <a:round/>
              <a:headEnd len="med" w="med" type="none"/>
              <a:tailEnd len="med" w="med" type="triangle"/>
            </a:ln>
          </p:spPr>
        </p:cxnSp>
      </p:grpSp>
      <p:sp>
        <p:nvSpPr>
          <p:cNvPr id="1154" name="Google Shape;1154;p23"/>
          <p:cNvSpPr txBox="1"/>
          <p:nvPr/>
        </p:nvSpPr>
        <p:spPr>
          <a:xfrm>
            <a:off x="8284132" y="2186925"/>
            <a:ext cx="7863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Wild Winds</a:t>
            </a:r>
            <a:endParaRPr b="1" sz="800"/>
          </a:p>
          <a:p>
            <a:pPr indent="0" lvl="0" marL="0" rtl="0" algn="ctr">
              <a:spcBef>
                <a:spcPts val="0"/>
              </a:spcBef>
              <a:spcAft>
                <a:spcPts val="0"/>
              </a:spcAft>
              <a:buNone/>
            </a:pPr>
            <a:r>
              <a:rPr b="1" lang="en" sz="800"/>
              <a:t>Initiate</a:t>
            </a:r>
            <a:endParaRPr b="1" sz="800"/>
          </a:p>
        </p:txBody>
      </p:sp>
      <p:sp>
        <p:nvSpPr>
          <p:cNvPr id="1155" name="Google Shape;1155;p23"/>
          <p:cNvSpPr txBox="1"/>
          <p:nvPr/>
        </p:nvSpPr>
        <p:spPr>
          <a:xfrm>
            <a:off x="7819910" y="2615583"/>
            <a:ext cx="786396"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Wind</a:t>
            </a:r>
            <a:endParaRPr b="1" sz="800"/>
          </a:p>
          <a:p>
            <a:pPr indent="0" lvl="0" marL="0" rtl="0" algn="ctr">
              <a:spcBef>
                <a:spcPts val="0"/>
              </a:spcBef>
              <a:spcAft>
                <a:spcPts val="0"/>
              </a:spcAft>
              <a:buNone/>
            </a:pPr>
            <a:r>
              <a:rPr b="1" lang="en" sz="800"/>
              <a:t>Jump</a:t>
            </a:r>
            <a:endParaRPr b="1" sz="800"/>
          </a:p>
        </p:txBody>
      </p:sp>
      <p:sp>
        <p:nvSpPr>
          <p:cNvPr id="1156" name="Google Shape;1156;p23"/>
          <p:cNvSpPr txBox="1"/>
          <p:nvPr/>
        </p:nvSpPr>
        <p:spPr>
          <a:xfrm>
            <a:off x="7819910" y="3044208"/>
            <a:ext cx="786396"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Meditative</a:t>
            </a:r>
            <a:endParaRPr b="1" sz="800"/>
          </a:p>
          <a:p>
            <a:pPr indent="0" lvl="0" marL="0" rtl="0" algn="ctr">
              <a:spcBef>
                <a:spcPts val="0"/>
              </a:spcBef>
              <a:spcAft>
                <a:spcPts val="0"/>
              </a:spcAft>
              <a:buNone/>
            </a:pPr>
            <a:r>
              <a:rPr b="1" lang="en" sz="800"/>
              <a:t>Focus</a:t>
            </a:r>
            <a:endParaRPr b="1" sz="800"/>
          </a:p>
        </p:txBody>
      </p:sp>
      <p:sp>
        <p:nvSpPr>
          <p:cNvPr id="1157" name="Google Shape;1157;p23"/>
          <p:cNvSpPr txBox="1"/>
          <p:nvPr/>
        </p:nvSpPr>
        <p:spPr>
          <a:xfrm>
            <a:off x="7353270" y="3901463"/>
            <a:ext cx="786396"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Quivering</a:t>
            </a:r>
            <a:endParaRPr b="1" sz="800">
              <a:solidFill>
                <a:schemeClr val="dk1"/>
              </a:solidFill>
            </a:endParaRPr>
          </a:p>
          <a:p>
            <a:pPr indent="0" lvl="0" marL="0" rtl="0" algn="ctr">
              <a:spcBef>
                <a:spcPts val="0"/>
              </a:spcBef>
              <a:spcAft>
                <a:spcPts val="0"/>
              </a:spcAft>
              <a:buClr>
                <a:schemeClr val="dk1"/>
              </a:buClr>
              <a:buSzPts val="1100"/>
              <a:buFont typeface="Arial"/>
              <a:buNone/>
            </a:pPr>
            <a:r>
              <a:rPr b="1" lang="en" sz="800">
                <a:solidFill>
                  <a:schemeClr val="dk1"/>
                </a:solidFill>
              </a:rPr>
              <a:t>Palm</a:t>
            </a:r>
            <a:endParaRPr b="1" sz="800"/>
          </a:p>
        </p:txBody>
      </p:sp>
      <p:sp>
        <p:nvSpPr>
          <p:cNvPr id="1158" name="Google Shape;1158;p23"/>
          <p:cNvSpPr txBox="1"/>
          <p:nvPr/>
        </p:nvSpPr>
        <p:spPr>
          <a:xfrm>
            <a:off x="8283323" y="3901463"/>
            <a:ext cx="786396"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Empty Body</a:t>
            </a:r>
            <a:endParaRPr b="1" sz="800"/>
          </a:p>
        </p:txBody>
      </p:sp>
      <p:sp>
        <p:nvSpPr>
          <p:cNvPr id="1159" name="Google Shape;1159;p23"/>
          <p:cNvSpPr txBox="1"/>
          <p:nvPr/>
        </p:nvSpPr>
        <p:spPr>
          <a:xfrm>
            <a:off x="8283323" y="3472838"/>
            <a:ext cx="786396" cy="339600"/>
          </a:xfrm>
          <a:prstGeom prst="rect">
            <a:avLst/>
          </a:prstGeom>
          <a:solidFill>
            <a:srgbClr val="EAD1DC"/>
          </a:solidFill>
          <a:ln cap="flat" cmpd="sng" w="19050">
            <a:solidFill>
              <a:srgbClr val="D5A6BD"/>
            </a:solidFill>
            <a:prstDash val="solid"/>
            <a:round/>
            <a:headEnd len="sm" w="sm" type="none"/>
            <a:tailEnd len="sm" w="sm" type="none"/>
          </a:ln>
        </p:spPr>
        <p:txBody>
          <a:bodyPr anchorCtr="0" anchor="ctr" bIns="9125" lIns="9125" spcFirstLastPara="1" rIns="137150" wrap="square" tIns="9125">
            <a:noAutofit/>
          </a:bodyPr>
          <a:lstStyle/>
          <a:p>
            <a:pPr indent="0" lvl="0" marL="0" rtl="0" algn="ctr">
              <a:spcBef>
                <a:spcPts val="0"/>
              </a:spcBef>
              <a:spcAft>
                <a:spcPts val="0"/>
              </a:spcAft>
              <a:buNone/>
            </a:pPr>
            <a:r>
              <a:rPr b="1" lang="en" sz="800"/>
              <a:t>Wild</a:t>
            </a:r>
            <a:endParaRPr b="1" sz="800"/>
          </a:p>
          <a:p>
            <a:pPr indent="0" lvl="0" marL="0" rtl="0" algn="ctr">
              <a:spcBef>
                <a:spcPts val="0"/>
              </a:spcBef>
              <a:spcAft>
                <a:spcPts val="0"/>
              </a:spcAft>
              <a:buNone/>
            </a:pPr>
            <a:r>
              <a:rPr b="1" lang="en" sz="800"/>
              <a:t>Winds Gust</a:t>
            </a:r>
            <a:endParaRPr b="1" sz="800"/>
          </a:p>
        </p:txBody>
      </p:sp>
      <p:sp>
        <p:nvSpPr>
          <p:cNvPr id="1160" name="Google Shape;1160;p23"/>
          <p:cNvSpPr txBox="1"/>
          <p:nvPr/>
        </p:nvSpPr>
        <p:spPr>
          <a:xfrm>
            <a:off x="7818293" y="4330095"/>
            <a:ext cx="786396"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Meditative Wellspring</a:t>
            </a:r>
            <a:endParaRPr b="1" sz="800"/>
          </a:p>
        </p:txBody>
      </p:sp>
      <p:cxnSp>
        <p:nvCxnSpPr>
          <p:cNvPr id="1161" name="Google Shape;1161;p23"/>
          <p:cNvCxnSpPr>
            <a:stCxn id="1154" idx="2"/>
            <a:endCxn id="1159" idx="0"/>
          </p:cNvCxnSpPr>
          <p:nvPr/>
        </p:nvCxnSpPr>
        <p:spPr>
          <a:xfrm rot="5400000">
            <a:off x="8203780" y="2999175"/>
            <a:ext cx="946200" cy="9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162" name="Google Shape;1162;p23"/>
          <p:cNvCxnSpPr>
            <a:stCxn id="1156" idx="2"/>
            <a:endCxn id="1160" idx="0"/>
          </p:cNvCxnSpPr>
          <p:nvPr/>
        </p:nvCxnSpPr>
        <p:spPr>
          <a:xfrm rot="5400000">
            <a:off x="7739259" y="3856158"/>
            <a:ext cx="946200" cy="1500"/>
          </a:xfrm>
          <a:prstGeom prst="bentConnector3">
            <a:avLst>
              <a:gd fmla="val 50005" name="adj1"/>
            </a:avLst>
          </a:prstGeom>
          <a:noFill/>
          <a:ln cap="flat" cmpd="sng" w="19050">
            <a:solidFill>
              <a:srgbClr val="000000"/>
            </a:solidFill>
            <a:prstDash val="solid"/>
            <a:round/>
            <a:headEnd len="med" w="med" type="none"/>
            <a:tailEnd len="med" w="med" type="triangle"/>
          </a:ln>
        </p:spPr>
      </p:cxnSp>
      <p:pic>
        <p:nvPicPr>
          <p:cNvPr id="1163" name="Google Shape;1163;p23"/>
          <p:cNvPicPr preferRelativeResize="0"/>
          <p:nvPr/>
        </p:nvPicPr>
        <p:blipFill>
          <a:blip r:embed="rId3">
            <a:alphaModFix/>
          </a:blip>
          <a:stretch>
            <a:fillRect/>
          </a:stretch>
        </p:blipFill>
        <p:spPr>
          <a:xfrm>
            <a:off x="7325110" y="1871066"/>
            <a:ext cx="157836" cy="108517"/>
          </a:xfrm>
          <a:prstGeom prst="rect">
            <a:avLst/>
          </a:prstGeom>
          <a:noFill/>
          <a:ln cap="flat" cmpd="sng" w="9525">
            <a:solidFill>
              <a:srgbClr val="595959"/>
            </a:solidFill>
            <a:prstDash val="solid"/>
            <a:round/>
            <a:headEnd len="sm" w="sm" type="none"/>
            <a:tailEnd len="sm" w="sm" type="none"/>
          </a:ln>
        </p:spPr>
      </p:pic>
      <p:pic>
        <p:nvPicPr>
          <p:cNvPr id="1164" name="Google Shape;1164;p23"/>
          <p:cNvPicPr preferRelativeResize="0"/>
          <p:nvPr/>
        </p:nvPicPr>
        <p:blipFill>
          <a:blip r:embed="rId4">
            <a:alphaModFix/>
          </a:blip>
          <a:stretch>
            <a:fillRect/>
          </a:stretch>
        </p:blipFill>
        <p:spPr>
          <a:xfrm>
            <a:off x="6554544" y="635238"/>
            <a:ext cx="181700" cy="176775"/>
          </a:xfrm>
          <a:prstGeom prst="rect">
            <a:avLst/>
          </a:prstGeom>
          <a:noFill/>
          <a:ln cap="flat" cmpd="sng" w="9525">
            <a:solidFill>
              <a:srgbClr val="595959"/>
            </a:solidFill>
            <a:prstDash val="solid"/>
            <a:round/>
            <a:headEnd len="sm" w="sm" type="none"/>
            <a:tailEnd len="sm" w="sm" type="none"/>
          </a:ln>
        </p:spPr>
      </p:pic>
      <p:pic>
        <p:nvPicPr>
          <p:cNvPr id="1165" name="Google Shape;1165;p23"/>
          <p:cNvPicPr preferRelativeResize="0"/>
          <p:nvPr/>
        </p:nvPicPr>
        <p:blipFill>
          <a:blip r:embed="rId4">
            <a:alphaModFix/>
          </a:blip>
          <a:stretch>
            <a:fillRect/>
          </a:stretch>
        </p:blipFill>
        <p:spPr>
          <a:xfrm>
            <a:off x="7351119" y="1759559"/>
            <a:ext cx="105819" cy="102955"/>
          </a:xfrm>
          <a:prstGeom prst="rect">
            <a:avLst/>
          </a:prstGeom>
          <a:noFill/>
          <a:ln cap="flat" cmpd="sng" w="9525">
            <a:solidFill>
              <a:srgbClr val="595959"/>
            </a:solidFill>
            <a:prstDash val="solid"/>
            <a:round/>
            <a:headEnd len="sm" w="sm" type="none"/>
            <a:tailEnd len="sm" w="sm" type="none"/>
          </a:ln>
        </p:spPr>
      </p:pic>
      <p:pic>
        <p:nvPicPr>
          <p:cNvPr id="1166" name="Google Shape;1166;p23"/>
          <p:cNvPicPr preferRelativeResize="0"/>
          <p:nvPr/>
        </p:nvPicPr>
        <p:blipFill>
          <a:blip r:embed="rId4">
            <a:alphaModFix/>
          </a:blip>
          <a:stretch>
            <a:fillRect/>
          </a:stretch>
        </p:blipFill>
        <p:spPr>
          <a:xfrm>
            <a:off x="1546744" y="472388"/>
            <a:ext cx="181700" cy="176775"/>
          </a:xfrm>
          <a:prstGeom prst="rect">
            <a:avLst/>
          </a:prstGeom>
          <a:noFill/>
          <a:ln cap="flat" cmpd="sng" w="9525">
            <a:solidFill>
              <a:srgbClr val="595959"/>
            </a:solidFill>
            <a:prstDash val="solid"/>
            <a:round/>
            <a:headEnd len="sm" w="sm" type="none"/>
            <a:tailEnd len="sm" w="sm" type="none"/>
          </a:ln>
        </p:spPr>
      </p:pic>
      <p:pic>
        <p:nvPicPr>
          <p:cNvPr id="1167" name="Google Shape;1167;p23"/>
          <p:cNvPicPr preferRelativeResize="0"/>
          <p:nvPr/>
        </p:nvPicPr>
        <p:blipFill>
          <a:blip r:embed="rId4">
            <a:alphaModFix/>
          </a:blip>
          <a:stretch>
            <a:fillRect/>
          </a:stretch>
        </p:blipFill>
        <p:spPr>
          <a:xfrm>
            <a:off x="2510694" y="472388"/>
            <a:ext cx="181700" cy="176775"/>
          </a:xfrm>
          <a:prstGeom prst="rect">
            <a:avLst/>
          </a:prstGeom>
          <a:noFill/>
          <a:ln cap="flat" cmpd="sng" w="9525">
            <a:solidFill>
              <a:srgbClr val="595959"/>
            </a:solidFill>
            <a:prstDash val="solid"/>
            <a:round/>
            <a:headEnd len="sm" w="sm" type="none"/>
            <a:tailEnd len="sm" w="sm" type="none"/>
          </a:ln>
        </p:spPr>
      </p:pic>
      <p:pic>
        <p:nvPicPr>
          <p:cNvPr id="1168" name="Google Shape;1168;p23"/>
          <p:cNvPicPr preferRelativeResize="0"/>
          <p:nvPr/>
        </p:nvPicPr>
        <p:blipFill>
          <a:blip r:embed="rId4">
            <a:alphaModFix/>
          </a:blip>
          <a:stretch>
            <a:fillRect/>
          </a:stretch>
        </p:blipFill>
        <p:spPr>
          <a:xfrm>
            <a:off x="3568669" y="472388"/>
            <a:ext cx="181700" cy="176775"/>
          </a:xfrm>
          <a:prstGeom prst="rect">
            <a:avLst/>
          </a:prstGeom>
          <a:noFill/>
          <a:ln cap="flat" cmpd="sng" w="9525">
            <a:solidFill>
              <a:srgbClr val="595959"/>
            </a:solidFill>
            <a:prstDash val="solid"/>
            <a:round/>
            <a:headEnd len="sm" w="sm" type="none"/>
            <a:tailEnd len="sm" w="sm" type="none"/>
          </a:ln>
        </p:spPr>
      </p:pic>
      <p:pic>
        <p:nvPicPr>
          <p:cNvPr id="1169" name="Google Shape;1169;p23"/>
          <p:cNvPicPr preferRelativeResize="0"/>
          <p:nvPr/>
        </p:nvPicPr>
        <p:blipFill>
          <a:blip r:embed="rId4">
            <a:alphaModFix/>
          </a:blip>
          <a:stretch>
            <a:fillRect/>
          </a:stretch>
        </p:blipFill>
        <p:spPr>
          <a:xfrm>
            <a:off x="4554344" y="472388"/>
            <a:ext cx="181700" cy="176775"/>
          </a:xfrm>
          <a:prstGeom prst="rect">
            <a:avLst/>
          </a:prstGeom>
          <a:noFill/>
          <a:ln cap="flat" cmpd="sng" w="9525">
            <a:solidFill>
              <a:srgbClr val="595959"/>
            </a:solidFill>
            <a:prstDash val="solid"/>
            <a:round/>
            <a:headEnd len="sm" w="sm" type="none"/>
            <a:tailEnd len="sm" w="sm" type="none"/>
          </a:ln>
        </p:spPr>
      </p:pic>
      <p:pic>
        <p:nvPicPr>
          <p:cNvPr id="1170" name="Google Shape;1170;p23"/>
          <p:cNvPicPr preferRelativeResize="0"/>
          <p:nvPr/>
        </p:nvPicPr>
        <p:blipFill>
          <a:blip r:embed="rId4">
            <a:alphaModFix/>
          </a:blip>
          <a:stretch>
            <a:fillRect/>
          </a:stretch>
        </p:blipFill>
        <p:spPr>
          <a:xfrm>
            <a:off x="5550181" y="472388"/>
            <a:ext cx="181700" cy="176775"/>
          </a:xfrm>
          <a:prstGeom prst="rect">
            <a:avLst/>
          </a:prstGeom>
          <a:noFill/>
          <a:ln cap="flat" cmpd="sng" w="9525">
            <a:solidFill>
              <a:srgbClr val="595959"/>
            </a:solidFill>
            <a:prstDash val="solid"/>
            <a:round/>
            <a:headEnd len="sm" w="sm" type="none"/>
            <a:tailEnd len="sm" w="sm" type="none"/>
          </a:ln>
        </p:spPr>
      </p:pic>
      <p:pic>
        <p:nvPicPr>
          <p:cNvPr id="1171" name="Google Shape;1171;p23"/>
          <p:cNvPicPr preferRelativeResize="0"/>
          <p:nvPr/>
        </p:nvPicPr>
        <p:blipFill>
          <a:blip r:embed="rId5">
            <a:alphaModFix/>
          </a:blip>
          <a:stretch>
            <a:fillRect/>
          </a:stretch>
        </p:blipFill>
        <p:spPr>
          <a:xfrm>
            <a:off x="2957678" y="901024"/>
            <a:ext cx="209060" cy="186325"/>
          </a:xfrm>
          <a:prstGeom prst="rect">
            <a:avLst/>
          </a:prstGeom>
          <a:noFill/>
          <a:ln cap="flat" cmpd="sng" w="9525">
            <a:solidFill>
              <a:srgbClr val="000000"/>
            </a:solidFill>
            <a:prstDash val="solid"/>
            <a:round/>
            <a:headEnd len="sm" w="sm" type="none"/>
            <a:tailEnd len="sm" w="sm" type="none"/>
          </a:ln>
        </p:spPr>
      </p:pic>
      <p:pic>
        <p:nvPicPr>
          <p:cNvPr id="1172" name="Google Shape;1172;p23"/>
          <p:cNvPicPr preferRelativeResize="0"/>
          <p:nvPr/>
        </p:nvPicPr>
        <p:blipFill>
          <a:blip r:embed="rId5">
            <a:alphaModFix/>
          </a:blip>
          <a:stretch>
            <a:fillRect/>
          </a:stretch>
        </p:blipFill>
        <p:spPr>
          <a:xfrm>
            <a:off x="1956528" y="1329699"/>
            <a:ext cx="209060" cy="186325"/>
          </a:xfrm>
          <a:prstGeom prst="rect">
            <a:avLst/>
          </a:prstGeom>
          <a:noFill/>
          <a:ln cap="flat" cmpd="sng" w="9525">
            <a:solidFill>
              <a:srgbClr val="000000"/>
            </a:solidFill>
            <a:prstDash val="solid"/>
            <a:round/>
            <a:headEnd len="sm" w="sm" type="none"/>
            <a:tailEnd len="sm" w="sm" type="none"/>
          </a:ln>
        </p:spPr>
      </p:pic>
      <p:pic>
        <p:nvPicPr>
          <p:cNvPr id="1173" name="Google Shape;1173;p23"/>
          <p:cNvPicPr preferRelativeResize="0"/>
          <p:nvPr/>
        </p:nvPicPr>
        <p:blipFill>
          <a:blip r:embed="rId3">
            <a:alphaModFix/>
          </a:blip>
          <a:stretch>
            <a:fillRect/>
          </a:stretch>
        </p:blipFill>
        <p:spPr>
          <a:xfrm>
            <a:off x="4906713" y="1329720"/>
            <a:ext cx="271018" cy="186325"/>
          </a:xfrm>
          <a:prstGeom prst="rect">
            <a:avLst/>
          </a:prstGeom>
          <a:noFill/>
          <a:ln cap="flat" cmpd="sng" w="9525">
            <a:solidFill>
              <a:srgbClr val="595959"/>
            </a:solidFill>
            <a:prstDash val="solid"/>
            <a:round/>
            <a:headEnd len="sm" w="sm" type="none"/>
            <a:tailEnd len="sm" w="sm" type="none"/>
          </a:ln>
        </p:spPr>
      </p:pic>
      <p:pic>
        <p:nvPicPr>
          <p:cNvPr id="1174" name="Google Shape;1174;p23"/>
          <p:cNvPicPr preferRelativeResize="0"/>
          <p:nvPr/>
        </p:nvPicPr>
        <p:blipFill>
          <a:blip r:embed="rId5">
            <a:alphaModFix/>
          </a:blip>
          <a:stretch>
            <a:fillRect/>
          </a:stretch>
        </p:blipFill>
        <p:spPr>
          <a:xfrm>
            <a:off x="1556665" y="1753524"/>
            <a:ext cx="209060" cy="186325"/>
          </a:xfrm>
          <a:prstGeom prst="rect">
            <a:avLst/>
          </a:prstGeom>
          <a:noFill/>
          <a:ln cap="flat" cmpd="sng" w="9525">
            <a:solidFill>
              <a:srgbClr val="000000"/>
            </a:solidFill>
            <a:prstDash val="solid"/>
            <a:round/>
            <a:headEnd len="sm" w="sm" type="none"/>
            <a:tailEnd len="sm" w="sm" type="none"/>
          </a:ln>
        </p:spPr>
      </p:pic>
      <p:pic>
        <p:nvPicPr>
          <p:cNvPr id="1175" name="Google Shape;1175;p23"/>
          <p:cNvPicPr preferRelativeResize="0"/>
          <p:nvPr/>
        </p:nvPicPr>
        <p:blipFill>
          <a:blip r:embed="rId4">
            <a:alphaModFix/>
          </a:blip>
          <a:stretch>
            <a:fillRect/>
          </a:stretch>
        </p:blipFill>
        <p:spPr>
          <a:xfrm>
            <a:off x="2513569" y="1758288"/>
            <a:ext cx="181700" cy="176775"/>
          </a:xfrm>
          <a:prstGeom prst="rect">
            <a:avLst/>
          </a:prstGeom>
          <a:noFill/>
          <a:ln cap="flat" cmpd="sng" w="9525">
            <a:solidFill>
              <a:srgbClr val="595959"/>
            </a:solidFill>
            <a:prstDash val="solid"/>
            <a:round/>
            <a:headEnd len="sm" w="sm" type="none"/>
            <a:tailEnd len="sm" w="sm" type="none"/>
          </a:ln>
        </p:spPr>
      </p:pic>
      <p:pic>
        <p:nvPicPr>
          <p:cNvPr id="1176" name="Google Shape;1176;p23"/>
          <p:cNvPicPr preferRelativeResize="0"/>
          <p:nvPr/>
        </p:nvPicPr>
        <p:blipFill>
          <a:blip r:embed="rId4">
            <a:alphaModFix/>
          </a:blip>
          <a:stretch>
            <a:fillRect/>
          </a:stretch>
        </p:blipFill>
        <p:spPr>
          <a:xfrm>
            <a:off x="3568669" y="1758325"/>
            <a:ext cx="181700" cy="176775"/>
          </a:xfrm>
          <a:prstGeom prst="rect">
            <a:avLst/>
          </a:prstGeom>
          <a:noFill/>
          <a:ln cap="flat" cmpd="sng" w="9525">
            <a:solidFill>
              <a:srgbClr val="595959"/>
            </a:solidFill>
            <a:prstDash val="solid"/>
            <a:round/>
            <a:headEnd len="sm" w="sm" type="none"/>
            <a:tailEnd len="sm" w="sm" type="none"/>
          </a:ln>
        </p:spPr>
      </p:pic>
      <p:pic>
        <p:nvPicPr>
          <p:cNvPr id="1177" name="Google Shape;1177;p23"/>
          <p:cNvPicPr preferRelativeResize="0"/>
          <p:nvPr/>
        </p:nvPicPr>
        <p:blipFill>
          <a:blip r:embed="rId3">
            <a:alphaModFix/>
          </a:blip>
          <a:stretch>
            <a:fillRect/>
          </a:stretch>
        </p:blipFill>
        <p:spPr>
          <a:xfrm>
            <a:off x="4489975" y="1753520"/>
            <a:ext cx="271018" cy="186325"/>
          </a:xfrm>
          <a:prstGeom prst="rect">
            <a:avLst/>
          </a:prstGeom>
          <a:noFill/>
          <a:ln cap="flat" cmpd="sng" w="9525">
            <a:solidFill>
              <a:srgbClr val="595959"/>
            </a:solidFill>
            <a:prstDash val="solid"/>
            <a:round/>
            <a:headEnd len="sm" w="sm" type="none"/>
            <a:tailEnd len="sm" w="sm" type="none"/>
          </a:ln>
        </p:spPr>
      </p:pic>
      <p:pic>
        <p:nvPicPr>
          <p:cNvPr id="1178" name="Google Shape;1178;p23"/>
          <p:cNvPicPr preferRelativeResize="0"/>
          <p:nvPr/>
        </p:nvPicPr>
        <p:blipFill>
          <a:blip r:embed="rId3">
            <a:alphaModFix/>
          </a:blip>
          <a:stretch>
            <a:fillRect/>
          </a:stretch>
        </p:blipFill>
        <p:spPr>
          <a:xfrm>
            <a:off x="5438688" y="1758320"/>
            <a:ext cx="271018" cy="186325"/>
          </a:xfrm>
          <a:prstGeom prst="rect">
            <a:avLst/>
          </a:prstGeom>
          <a:noFill/>
          <a:ln cap="flat" cmpd="sng" w="9525">
            <a:solidFill>
              <a:srgbClr val="595959"/>
            </a:solidFill>
            <a:prstDash val="solid"/>
            <a:round/>
            <a:headEnd len="sm" w="sm" type="none"/>
            <a:tailEnd len="sm" w="sm" type="none"/>
          </a:ln>
        </p:spPr>
      </p:pic>
      <p:pic>
        <p:nvPicPr>
          <p:cNvPr id="1179" name="Google Shape;1179;p23"/>
          <p:cNvPicPr preferRelativeResize="0"/>
          <p:nvPr/>
        </p:nvPicPr>
        <p:blipFill>
          <a:blip r:embed="rId4">
            <a:alphaModFix/>
          </a:blip>
          <a:stretch>
            <a:fillRect/>
          </a:stretch>
        </p:blipFill>
        <p:spPr>
          <a:xfrm>
            <a:off x="7017244" y="1763088"/>
            <a:ext cx="181700" cy="176775"/>
          </a:xfrm>
          <a:prstGeom prst="rect">
            <a:avLst/>
          </a:prstGeom>
          <a:noFill/>
          <a:ln cap="flat" cmpd="sng" w="9525">
            <a:solidFill>
              <a:srgbClr val="595959"/>
            </a:solidFill>
            <a:prstDash val="solid"/>
            <a:round/>
            <a:headEnd len="sm" w="sm" type="none"/>
            <a:tailEnd len="sm" w="sm" type="none"/>
          </a:ln>
        </p:spPr>
      </p:pic>
      <p:pic>
        <p:nvPicPr>
          <p:cNvPr id="1180" name="Google Shape;1180;p23"/>
          <p:cNvPicPr preferRelativeResize="0"/>
          <p:nvPr/>
        </p:nvPicPr>
        <p:blipFill>
          <a:blip r:embed="rId3">
            <a:alphaModFix/>
          </a:blip>
          <a:stretch>
            <a:fillRect/>
          </a:stretch>
        </p:blipFill>
        <p:spPr>
          <a:xfrm>
            <a:off x="1717788" y="3040620"/>
            <a:ext cx="271018" cy="186325"/>
          </a:xfrm>
          <a:prstGeom prst="rect">
            <a:avLst/>
          </a:prstGeom>
          <a:noFill/>
          <a:ln cap="flat" cmpd="sng" w="9525">
            <a:solidFill>
              <a:srgbClr val="595959"/>
            </a:solidFill>
            <a:prstDash val="solid"/>
            <a:round/>
            <a:headEnd len="sm" w="sm" type="none"/>
            <a:tailEnd len="sm" w="sm" type="none"/>
          </a:ln>
        </p:spPr>
      </p:pic>
      <p:pic>
        <p:nvPicPr>
          <p:cNvPr id="1181" name="Google Shape;1181;p23"/>
          <p:cNvPicPr preferRelativeResize="0"/>
          <p:nvPr/>
        </p:nvPicPr>
        <p:blipFill>
          <a:blip r:embed="rId4">
            <a:alphaModFix/>
          </a:blip>
          <a:stretch>
            <a:fillRect/>
          </a:stretch>
        </p:blipFill>
        <p:spPr>
          <a:xfrm>
            <a:off x="6791169" y="2186913"/>
            <a:ext cx="181700" cy="176775"/>
          </a:xfrm>
          <a:prstGeom prst="rect">
            <a:avLst/>
          </a:prstGeom>
          <a:noFill/>
          <a:ln cap="flat" cmpd="sng" w="9525">
            <a:solidFill>
              <a:srgbClr val="595959"/>
            </a:solidFill>
            <a:prstDash val="solid"/>
            <a:round/>
            <a:headEnd len="sm" w="sm" type="none"/>
            <a:tailEnd len="sm" w="sm" type="none"/>
          </a:ln>
        </p:spPr>
      </p:pic>
      <p:pic>
        <p:nvPicPr>
          <p:cNvPr id="1182" name="Google Shape;1182;p23"/>
          <p:cNvPicPr preferRelativeResize="0"/>
          <p:nvPr/>
        </p:nvPicPr>
        <p:blipFill>
          <a:blip r:embed="rId3">
            <a:alphaModFix/>
          </a:blip>
          <a:stretch>
            <a:fillRect/>
          </a:stretch>
        </p:blipFill>
        <p:spPr>
          <a:xfrm>
            <a:off x="1717788" y="2613195"/>
            <a:ext cx="271018" cy="186325"/>
          </a:xfrm>
          <a:prstGeom prst="rect">
            <a:avLst/>
          </a:prstGeom>
          <a:noFill/>
          <a:ln cap="flat" cmpd="sng" w="9525">
            <a:solidFill>
              <a:srgbClr val="595959"/>
            </a:solidFill>
            <a:prstDash val="solid"/>
            <a:round/>
            <a:headEnd len="sm" w="sm" type="none"/>
            <a:tailEnd len="sm" w="sm" type="none"/>
          </a:ln>
        </p:spPr>
      </p:pic>
      <p:pic>
        <p:nvPicPr>
          <p:cNvPr id="1183" name="Google Shape;1183;p23"/>
          <p:cNvPicPr preferRelativeResize="0"/>
          <p:nvPr/>
        </p:nvPicPr>
        <p:blipFill>
          <a:blip r:embed="rId4">
            <a:alphaModFix/>
          </a:blip>
          <a:stretch>
            <a:fillRect/>
          </a:stretch>
        </p:blipFill>
        <p:spPr>
          <a:xfrm>
            <a:off x="5530744" y="2169500"/>
            <a:ext cx="181700" cy="176775"/>
          </a:xfrm>
          <a:prstGeom prst="rect">
            <a:avLst/>
          </a:prstGeom>
          <a:noFill/>
          <a:ln cap="flat" cmpd="sng" w="9525">
            <a:solidFill>
              <a:srgbClr val="595959"/>
            </a:solidFill>
            <a:prstDash val="solid"/>
            <a:round/>
            <a:headEnd len="sm" w="sm" type="none"/>
            <a:tailEnd len="sm" w="sm" type="none"/>
          </a:ln>
        </p:spPr>
      </p:pic>
      <p:pic>
        <p:nvPicPr>
          <p:cNvPr id="1184" name="Google Shape;1184;p23"/>
          <p:cNvPicPr preferRelativeResize="0"/>
          <p:nvPr/>
        </p:nvPicPr>
        <p:blipFill>
          <a:blip r:embed="rId3">
            <a:alphaModFix/>
          </a:blip>
          <a:stretch>
            <a:fillRect/>
          </a:stretch>
        </p:blipFill>
        <p:spPr>
          <a:xfrm>
            <a:off x="1024688" y="2186945"/>
            <a:ext cx="271018" cy="186325"/>
          </a:xfrm>
          <a:prstGeom prst="rect">
            <a:avLst/>
          </a:prstGeom>
          <a:noFill/>
          <a:ln cap="flat" cmpd="sng" w="9525">
            <a:solidFill>
              <a:srgbClr val="595959"/>
            </a:solidFill>
            <a:prstDash val="solid"/>
            <a:round/>
            <a:headEnd len="sm" w="sm" type="none"/>
            <a:tailEnd len="sm" w="sm" type="none"/>
          </a:ln>
        </p:spPr>
      </p:pic>
      <p:pic>
        <p:nvPicPr>
          <p:cNvPr id="1185" name="Google Shape;1185;p23"/>
          <p:cNvPicPr preferRelativeResize="0"/>
          <p:nvPr/>
        </p:nvPicPr>
        <p:blipFill>
          <a:blip r:embed="rId4">
            <a:alphaModFix/>
          </a:blip>
          <a:stretch>
            <a:fillRect/>
          </a:stretch>
        </p:blipFill>
        <p:spPr>
          <a:xfrm>
            <a:off x="4559394" y="2186938"/>
            <a:ext cx="181700" cy="176775"/>
          </a:xfrm>
          <a:prstGeom prst="rect">
            <a:avLst/>
          </a:prstGeom>
          <a:noFill/>
          <a:ln cap="flat" cmpd="sng" w="9525">
            <a:solidFill>
              <a:srgbClr val="595959"/>
            </a:solidFill>
            <a:prstDash val="solid"/>
            <a:round/>
            <a:headEnd len="sm" w="sm" type="none"/>
            <a:tailEnd len="sm" w="sm" type="none"/>
          </a:ln>
        </p:spPr>
      </p:pic>
      <p:pic>
        <p:nvPicPr>
          <p:cNvPr id="1186" name="Google Shape;1186;p23"/>
          <p:cNvPicPr preferRelativeResize="0"/>
          <p:nvPr/>
        </p:nvPicPr>
        <p:blipFill>
          <a:blip r:embed="rId4">
            <a:alphaModFix/>
          </a:blip>
          <a:stretch>
            <a:fillRect/>
          </a:stretch>
        </p:blipFill>
        <p:spPr>
          <a:xfrm>
            <a:off x="3078656" y="2615550"/>
            <a:ext cx="181700" cy="176775"/>
          </a:xfrm>
          <a:prstGeom prst="rect">
            <a:avLst/>
          </a:prstGeom>
          <a:noFill/>
          <a:ln cap="flat" cmpd="sng" w="9525">
            <a:solidFill>
              <a:srgbClr val="595959"/>
            </a:solidFill>
            <a:prstDash val="solid"/>
            <a:round/>
            <a:headEnd len="sm" w="sm" type="none"/>
            <a:tailEnd len="sm" w="sm" type="none"/>
          </a:ln>
        </p:spPr>
      </p:pic>
      <p:pic>
        <p:nvPicPr>
          <p:cNvPr id="1187" name="Google Shape;1187;p23"/>
          <p:cNvPicPr preferRelativeResize="0"/>
          <p:nvPr/>
        </p:nvPicPr>
        <p:blipFill>
          <a:blip r:embed="rId4">
            <a:alphaModFix/>
          </a:blip>
          <a:stretch>
            <a:fillRect/>
          </a:stretch>
        </p:blipFill>
        <p:spPr>
          <a:xfrm>
            <a:off x="6791169" y="2617938"/>
            <a:ext cx="181700" cy="176775"/>
          </a:xfrm>
          <a:prstGeom prst="rect">
            <a:avLst/>
          </a:prstGeom>
          <a:noFill/>
          <a:ln cap="flat" cmpd="sng" w="9525">
            <a:solidFill>
              <a:srgbClr val="595959"/>
            </a:solidFill>
            <a:prstDash val="solid"/>
            <a:round/>
            <a:headEnd len="sm" w="sm" type="none"/>
            <a:tailEnd len="sm" w="sm" type="none"/>
          </a:ln>
        </p:spPr>
      </p:pic>
      <p:pic>
        <p:nvPicPr>
          <p:cNvPr id="1188" name="Google Shape;1188;p23"/>
          <p:cNvPicPr preferRelativeResize="0"/>
          <p:nvPr/>
        </p:nvPicPr>
        <p:blipFill>
          <a:blip r:embed="rId4">
            <a:alphaModFix/>
          </a:blip>
          <a:stretch>
            <a:fillRect/>
          </a:stretch>
        </p:blipFill>
        <p:spPr>
          <a:xfrm>
            <a:off x="5545194" y="3464100"/>
            <a:ext cx="181700" cy="176775"/>
          </a:xfrm>
          <a:prstGeom prst="rect">
            <a:avLst/>
          </a:prstGeom>
          <a:noFill/>
          <a:ln cap="flat" cmpd="sng" w="9525">
            <a:solidFill>
              <a:srgbClr val="595959"/>
            </a:solidFill>
            <a:prstDash val="solid"/>
            <a:round/>
            <a:headEnd len="sm" w="sm" type="none"/>
            <a:tailEnd len="sm" w="sm" type="none"/>
          </a:ln>
        </p:spPr>
      </p:pic>
      <p:pic>
        <p:nvPicPr>
          <p:cNvPr id="1189" name="Google Shape;1189;p23"/>
          <p:cNvPicPr preferRelativeResize="0"/>
          <p:nvPr/>
        </p:nvPicPr>
        <p:blipFill>
          <a:blip r:embed="rId4">
            <a:alphaModFix/>
          </a:blip>
          <a:stretch>
            <a:fillRect/>
          </a:stretch>
        </p:blipFill>
        <p:spPr>
          <a:xfrm>
            <a:off x="3556431" y="3472813"/>
            <a:ext cx="181700" cy="176775"/>
          </a:xfrm>
          <a:prstGeom prst="rect">
            <a:avLst/>
          </a:prstGeom>
          <a:noFill/>
          <a:ln cap="flat" cmpd="sng" w="9525">
            <a:solidFill>
              <a:srgbClr val="595959"/>
            </a:solidFill>
            <a:prstDash val="solid"/>
            <a:round/>
            <a:headEnd len="sm" w="sm" type="none"/>
            <a:tailEnd len="sm" w="sm" type="none"/>
          </a:ln>
        </p:spPr>
      </p:pic>
      <p:pic>
        <p:nvPicPr>
          <p:cNvPr id="1190" name="Google Shape;1190;p23"/>
          <p:cNvPicPr preferRelativeResize="0"/>
          <p:nvPr/>
        </p:nvPicPr>
        <p:blipFill>
          <a:blip r:embed="rId4">
            <a:alphaModFix/>
          </a:blip>
          <a:stretch>
            <a:fillRect/>
          </a:stretch>
        </p:blipFill>
        <p:spPr>
          <a:xfrm>
            <a:off x="4558369" y="3472813"/>
            <a:ext cx="181700" cy="176775"/>
          </a:xfrm>
          <a:prstGeom prst="rect">
            <a:avLst/>
          </a:prstGeom>
          <a:noFill/>
          <a:ln cap="flat" cmpd="sng" w="9525">
            <a:solidFill>
              <a:srgbClr val="595959"/>
            </a:solidFill>
            <a:prstDash val="solid"/>
            <a:round/>
            <a:headEnd len="sm" w="sm" type="none"/>
            <a:tailEnd len="sm" w="sm" type="none"/>
          </a:ln>
        </p:spPr>
      </p:pic>
      <p:pic>
        <p:nvPicPr>
          <p:cNvPr id="1191" name="Google Shape;1191;p23"/>
          <p:cNvPicPr preferRelativeResize="0"/>
          <p:nvPr/>
        </p:nvPicPr>
        <p:blipFill>
          <a:blip r:embed="rId5">
            <a:alphaModFix/>
          </a:blip>
          <a:stretch>
            <a:fillRect/>
          </a:stretch>
        </p:blipFill>
        <p:spPr>
          <a:xfrm>
            <a:off x="3009978" y="3039412"/>
            <a:ext cx="209060" cy="186325"/>
          </a:xfrm>
          <a:prstGeom prst="rect">
            <a:avLst/>
          </a:prstGeom>
          <a:noFill/>
          <a:ln cap="flat" cmpd="sng" w="9525">
            <a:solidFill>
              <a:srgbClr val="000000"/>
            </a:solidFill>
            <a:prstDash val="solid"/>
            <a:round/>
            <a:headEnd len="sm" w="sm" type="none"/>
            <a:tailEnd len="sm" w="sm" type="none"/>
          </a:ln>
        </p:spPr>
      </p:pic>
      <p:pic>
        <p:nvPicPr>
          <p:cNvPr id="1192" name="Google Shape;1192;p23"/>
          <p:cNvPicPr preferRelativeResize="0"/>
          <p:nvPr/>
        </p:nvPicPr>
        <p:blipFill>
          <a:blip r:embed="rId6">
            <a:alphaModFix/>
          </a:blip>
          <a:stretch>
            <a:fillRect/>
          </a:stretch>
        </p:blipFill>
        <p:spPr>
          <a:xfrm>
            <a:off x="3039525" y="3908929"/>
            <a:ext cx="191500" cy="181421"/>
          </a:xfrm>
          <a:prstGeom prst="rect">
            <a:avLst/>
          </a:prstGeom>
          <a:noFill/>
          <a:ln cap="flat" cmpd="sng" w="9525">
            <a:solidFill>
              <a:srgbClr val="595959"/>
            </a:solidFill>
            <a:prstDash val="solid"/>
            <a:round/>
            <a:headEnd len="sm" w="sm" type="none"/>
            <a:tailEnd len="sm" w="sm" type="none"/>
          </a:ln>
        </p:spPr>
      </p:pic>
      <p:pic>
        <p:nvPicPr>
          <p:cNvPr id="1193" name="Google Shape;1193;p23"/>
          <p:cNvPicPr preferRelativeResize="0"/>
          <p:nvPr/>
        </p:nvPicPr>
        <p:blipFill>
          <a:blip r:embed="rId3">
            <a:alphaModFix/>
          </a:blip>
          <a:stretch>
            <a:fillRect/>
          </a:stretch>
        </p:blipFill>
        <p:spPr>
          <a:xfrm>
            <a:off x="6241388" y="3901470"/>
            <a:ext cx="271018" cy="186325"/>
          </a:xfrm>
          <a:prstGeom prst="rect">
            <a:avLst/>
          </a:prstGeom>
          <a:noFill/>
          <a:ln cap="flat" cmpd="sng" w="9525">
            <a:solidFill>
              <a:srgbClr val="595959"/>
            </a:solidFill>
            <a:prstDash val="solid"/>
            <a:round/>
            <a:headEnd len="sm" w="sm" type="none"/>
            <a:tailEnd len="sm" w="sm" type="none"/>
          </a:ln>
        </p:spPr>
      </p:pic>
      <p:pic>
        <p:nvPicPr>
          <p:cNvPr id="1194" name="Google Shape;1194;p23"/>
          <p:cNvPicPr preferRelativeResize="0"/>
          <p:nvPr/>
        </p:nvPicPr>
        <p:blipFill>
          <a:blip r:embed="rId6">
            <a:alphaModFix/>
          </a:blip>
          <a:stretch>
            <a:fillRect/>
          </a:stretch>
        </p:blipFill>
        <p:spPr>
          <a:xfrm>
            <a:off x="6330675" y="4332554"/>
            <a:ext cx="191500" cy="181421"/>
          </a:xfrm>
          <a:prstGeom prst="rect">
            <a:avLst/>
          </a:prstGeom>
          <a:noFill/>
          <a:ln cap="flat" cmpd="sng" w="9525">
            <a:solidFill>
              <a:srgbClr val="595959"/>
            </a:solidFill>
            <a:prstDash val="solid"/>
            <a:round/>
            <a:headEnd len="sm" w="sm" type="none"/>
            <a:tailEnd len="sm" w="sm" type="none"/>
          </a:ln>
        </p:spPr>
      </p:pic>
      <p:pic>
        <p:nvPicPr>
          <p:cNvPr id="1195" name="Google Shape;1195;p23"/>
          <p:cNvPicPr preferRelativeResize="0"/>
          <p:nvPr/>
        </p:nvPicPr>
        <p:blipFill>
          <a:blip r:embed="rId5">
            <a:alphaModFix/>
          </a:blip>
          <a:stretch>
            <a:fillRect/>
          </a:stretch>
        </p:blipFill>
        <p:spPr>
          <a:xfrm>
            <a:off x="6321890" y="4758762"/>
            <a:ext cx="209060" cy="186325"/>
          </a:xfrm>
          <a:prstGeom prst="rect">
            <a:avLst/>
          </a:prstGeom>
          <a:noFill/>
          <a:ln cap="flat" cmpd="sng" w="9525">
            <a:solidFill>
              <a:srgbClr val="000000"/>
            </a:solidFill>
            <a:prstDash val="solid"/>
            <a:round/>
            <a:headEnd len="sm" w="sm" type="none"/>
            <a:tailEnd len="sm" w="sm" type="none"/>
          </a:ln>
        </p:spPr>
      </p:pic>
      <p:pic>
        <p:nvPicPr>
          <p:cNvPr id="1196" name="Google Shape;1196;p23"/>
          <p:cNvPicPr preferRelativeResize="0"/>
          <p:nvPr/>
        </p:nvPicPr>
        <p:blipFill>
          <a:blip r:embed="rId4">
            <a:alphaModFix/>
          </a:blip>
          <a:stretch>
            <a:fillRect/>
          </a:stretch>
        </p:blipFill>
        <p:spPr>
          <a:xfrm>
            <a:off x="8888819" y="472388"/>
            <a:ext cx="181700" cy="176775"/>
          </a:xfrm>
          <a:prstGeom prst="rect">
            <a:avLst/>
          </a:prstGeom>
          <a:noFill/>
          <a:ln cap="flat" cmpd="sng" w="9525">
            <a:solidFill>
              <a:srgbClr val="595959"/>
            </a:solidFill>
            <a:prstDash val="solid"/>
            <a:round/>
            <a:headEnd len="sm" w="sm" type="none"/>
            <a:tailEnd len="sm" w="sm" type="none"/>
          </a:ln>
        </p:spPr>
      </p:pic>
      <p:pic>
        <p:nvPicPr>
          <p:cNvPr id="1197" name="Google Shape;1197;p23"/>
          <p:cNvPicPr preferRelativeResize="0"/>
          <p:nvPr/>
        </p:nvPicPr>
        <p:blipFill>
          <a:blip r:embed="rId4">
            <a:alphaModFix/>
          </a:blip>
          <a:stretch>
            <a:fillRect/>
          </a:stretch>
        </p:blipFill>
        <p:spPr>
          <a:xfrm>
            <a:off x="7991819" y="472388"/>
            <a:ext cx="181700" cy="176775"/>
          </a:xfrm>
          <a:prstGeom prst="rect">
            <a:avLst/>
          </a:prstGeom>
          <a:noFill/>
          <a:ln cap="flat" cmpd="sng" w="9525">
            <a:solidFill>
              <a:srgbClr val="595959"/>
            </a:solidFill>
            <a:prstDash val="solid"/>
            <a:round/>
            <a:headEnd len="sm" w="sm" type="none"/>
            <a:tailEnd len="sm" w="sm" type="none"/>
          </a:ln>
        </p:spPr>
      </p:pic>
      <p:pic>
        <p:nvPicPr>
          <p:cNvPr id="1198" name="Google Shape;1198;p23"/>
          <p:cNvPicPr preferRelativeResize="0"/>
          <p:nvPr/>
        </p:nvPicPr>
        <p:blipFill>
          <a:blip r:embed="rId7">
            <a:alphaModFix/>
          </a:blip>
          <a:stretch>
            <a:fillRect/>
          </a:stretch>
        </p:blipFill>
        <p:spPr>
          <a:xfrm>
            <a:off x="7308282" y="1988133"/>
            <a:ext cx="191493" cy="108517"/>
          </a:xfrm>
          <a:prstGeom prst="rect">
            <a:avLst/>
          </a:prstGeom>
          <a:noFill/>
          <a:ln cap="flat" cmpd="sng" w="9525">
            <a:solidFill>
              <a:srgbClr val="595959"/>
            </a:solidFill>
            <a:prstDash val="solid"/>
            <a:round/>
            <a:headEnd len="sm" w="sm" type="none"/>
            <a:tailEnd len="sm" w="sm" type="none"/>
          </a:ln>
        </p:spPr>
      </p:pic>
      <p:pic>
        <p:nvPicPr>
          <p:cNvPr id="1199" name="Google Shape;1199;p23"/>
          <p:cNvPicPr preferRelativeResize="0"/>
          <p:nvPr/>
        </p:nvPicPr>
        <p:blipFill>
          <a:blip r:embed="rId4">
            <a:alphaModFix/>
          </a:blip>
          <a:stretch>
            <a:fillRect/>
          </a:stretch>
        </p:blipFill>
        <p:spPr>
          <a:xfrm>
            <a:off x="8376444" y="1917638"/>
            <a:ext cx="181700" cy="176775"/>
          </a:xfrm>
          <a:prstGeom prst="rect">
            <a:avLst/>
          </a:prstGeom>
          <a:noFill/>
          <a:ln cap="flat" cmpd="sng" w="9525">
            <a:solidFill>
              <a:srgbClr val="595959"/>
            </a:solidFill>
            <a:prstDash val="solid"/>
            <a:round/>
            <a:headEnd len="sm" w="sm" type="none"/>
            <a:tailEnd len="sm" w="sm" type="none"/>
          </a:ln>
        </p:spPr>
      </p:pic>
      <p:pic>
        <p:nvPicPr>
          <p:cNvPr id="1200" name="Google Shape;1200;p23"/>
          <p:cNvPicPr preferRelativeResize="0"/>
          <p:nvPr/>
        </p:nvPicPr>
        <p:blipFill>
          <a:blip r:embed="rId3">
            <a:alphaModFix/>
          </a:blip>
          <a:stretch>
            <a:fillRect/>
          </a:stretch>
        </p:blipFill>
        <p:spPr>
          <a:xfrm>
            <a:off x="7867613" y="3901483"/>
            <a:ext cx="271018" cy="186325"/>
          </a:xfrm>
          <a:prstGeom prst="rect">
            <a:avLst/>
          </a:prstGeom>
          <a:noFill/>
          <a:ln cap="flat" cmpd="sng" w="9525">
            <a:solidFill>
              <a:srgbClr val="595959"/>
            </a:solidFill>
            <a:prstDash val="solid"/>
            <a:round/>
            <a:headEnd len="sm" w="sm" type="none"/>
            <a:tailEnd len="sm" w="sm" type="none"/>
          </a:ln>
        </p:spPr>
      </p:pic>
      <p:pic>
        <p:nvPicPr>
          <p:cNvPr id="1201" name="Google Shape;1201;p23"/>
          <p:cNvPicPr preferRelativeResize="0"/>
          <p:nvPr/>
        </p:nvPicPr>
        <p:blipFill>
          <a:blip r:embed="rId4">
            <a:alphaModFix/>
          </a:blip>
          <a:stretch>
            <a:fillRect/>
          </a:stretch>
        </p:blipFill>
        <p:spPr>
          <a:xfrm>
            <a:off x="8920344" y="1514975"/>
            <a:ext cx="181700" cy="176775"/>
          </a:xfrm>
          <a:prstGeom prst="rect">
            <a:avLst/>
          </a:prstGeom>
          <a:noFill/>
          <a:ln cap="flat" cmpd="sng" w="9525">
            <a:solidFill>
              <a:srgbClr val="595959"/>
            </a:solidFill>
            <a:prstDash val="solid"/>
            <a:round/>
            <a:headEnd len="sm" w="sm" type="none"/>
            <a:tailEnd len="sm" w="sm" type="none"/>
          </a:ln>
        </p:spPr>
      </p:pic>
      <p:pic>
        <p:nvPicPr>
          <p:cNvPr id="1202" name="Google Shape;1202;p23"/>
          <p:cNvPicPr preferRelativeResize="0"/>
          <p:nvPr/>
        </p:nvPicPr>
        <p:blipFill>
          <a:blip r:embed="rId4">
            <a:alphaModFix/>
          </a:blip>
          <a:stretch>
            <a:fillRect/>
          </a:stretch>
        </p:blipFill>
        <p:spPr>
          <a:xfrm>
            <a:off x="8414544" y="2615513"/>
            <a:ext cx="181700" cy="176775"/>
          </a:xfrm>
          <a:prstGeom prst="rect">
            <a:avLst/>
          </a:prstGeom>
          <a:noFill/>
          <a:ln cap="flat" cmpd="sng" w="9525">
            <a:solidFill>
              <a:srgbClr val="595959"/>
            </a:solidFill>
            <a:prstDash val="solid"/>
            <a:round/>
            <a:headEnd len="sm" w="sm" type="none"/>
            <a:tailEnd len="sm" w="sm" type="none"/>
          </a:ln>
        </p:spPr>
      </p:pic>
      <p:pic>
        <p:nvPicPr>
          <p:cNvPr id="1203" name="Google Shape;1203;p23"/>
          <p:cNvPicPr preferRelativeResize="0"/>
          <p:nvPr/>
        </p:nvPicPr>
        <p:blipFill>
          <a:blip r:embed="rId3">
            <a:alphaModFix/>
          </a:blip>
          <a:stretch>
            <a:fillRect/>
          </a:stretch>
        </p:blipFill>
        <p:spPr>
          <a:xfrm>
            <a:off x="8799513" y="3472770"/>
            <a:ext cx="271018" cy="186325"/>
          </a:xfrm>
          <a:prstGeom prst="rect">
            <a:avLst/>
          </a:prstGeom>
          <a:noFill/>
          <a:ln cap="flat" cmpd="sng" w="9525">
            <a:solidFill>
              <a:srgbClr val="595959"/>
            </a:solidFill>
            <a:prstDash val="solid"/>
            <a:round/>
            <a:headEnd len="sm" w="sm" type="none"/>
            <a:tailEnd len="sm" w="sm" type="none"/>
          </a:ln>
        </p:spPr>
      </p:pic>
      <p:pic>
        <p:nvPicPr>
          <p:cNvPr id="1204" name="Google Shape;1204;p23"/>
          <p:cNvPicPr preferRelativeResize="0"/>
          <p:nvPr/>
        </p:nvPicPr>
        <p:blipFill>
          <a:blip r:embed="rId4">
            <a:alphaModFix/>
          </a:blip>
          <a:stretch>
            <a:fillRect/>
          </a:stretch>
        </p:blipFill>
        <p:spPr>
          <a:xfrm>
            <a:off x="8888819" y="2350313"/>
            <a:ext cx="181700" cy="176775"/>
          </a:xfrm>
          <a:prstGeom prst="rect">
            <a:avLst/>
          </a:prstGeom>
          <a:noFill/>
          <a:ln cap="flat" cmpd="sng" w="9525">
            <a:solidFill>
              <a:srgbClr val="595959"/>
            </a:solidFill>
            <a:prstDash val="solid"/>
            <a:round/>
            <a:headEnd len="sm" w="sm" type="none"/>
            <a:tailEnd len="sm" w="sm" type="none"/>
          </a:ln>
        </p:spPr>
      </p:pic>
      <p:sp>
        <p:nvSpPr>
          <p:cNvPr id="1205" name="Google Shape;1205;p23"/>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1206" name="Google Shape;1206;p23"/>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207" name="Google Shape;1207;p23"/>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208" name="Google Shape;1208;p23"/>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209" name="Google Shape;1209;p23"/>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210" name="Google Shape;1210;p23"/>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211" name="Google Shape;1211;p23"/>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212" name="Google Shape;1212;p23"/>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213" name="Google Shape;1213;p23"/>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214" name="Google Shape;1214;p23"/>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215" name="Google Shape;1215;p23"/>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216" name="Google Shape;1216;p23"/>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24"/>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2" name="Google Shape;1222;p24"/>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3" name="Google Shape;1223;p24"/>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4" name="Google Shape;1224;p24"/>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5" name="Google Shape;1225;p24"/>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6" name="Google Shape;1226;p24"/>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7" name="Google Shape;1227;p24"/>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8" name="Google Shape;1228;p24"/>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29" name="Google Shape;1229;p24"/>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30" name="Google Shape;1230;p24"/>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31" name="Google Shape;1231;p24"/>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232" name="Google Shape;1232;p24"/>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Ranger Class Feat Tree</a:t>
            </a:r>
            <a:endParaRPr b="1" sz="2400"/>
          </a:p>
        </p:txBody>
      </p:sp>
      <p:sp>
        <p:nvSpPr>
          <p:cNvPr id="1233" name="Google Shape;1233;p24"/>
          <p:cNvSpPr txBox="1"/>
          <p:nvPr/>
        </p:nvSpPr>
        <p:spPr>
          <a:xfrm>
            <a:off x="5051748" y="472400"/>
            <a:ext cx="677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Hunted</a:t>
            </a:r>
            <a:endParaRPr b="1" sz="800"/>
          </a:p>
          <a:p>
            <a:pPr indent="0" lvl="0" marL="0" rtl="0" algn="ctr">
              <a:spcBef>
                <a:spcPts val="0"/>
              </a:spcBef>
              <a:spcAft>
                <a:spcPts val="0"/>
              </a:spcAft>
              <a:buNone/>
            </a:pPr>
            <a:r>
              <a:rPr b="1" lang="en" sz="800"/>
              <a:t>Shot</a:t>
            </a:r>
            <a:endParaRPr b="1" sz="800"/>
          </a:p>
        </p:txBody>
      </p:sp>
      <p:sp>
        <p:nvSpPr>
          <p:cNvPr id="1234" name="Google Shape;1234;p24"/>
          <p:cNvSpPr txBox="1"/>
          <p:nvPr/>
        </p:nvSpPr>
        <p:spPr>
          <a:xfrm>
            <a:off x="859074" y="47240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Crossbow</a:t>
            </a:r>
            <a:endParaRPr b="1" sz="800"/>
          </a:p>
          <a:p>
            <a:pPr indent="0" lvl="0" marL="0" rtl="0" algn="ctr">
              <a:spcBef>
                <a:spcPts val="0"/>
              </a:spcBef>
              <a:spcAft>
                <a:spcPts val="0"/>
              </a:spcAft>
              <a:buNone/>
            </a:pPr>
            <a:r>
              <a:rPr b="1" lang="en" sz="800"/>
              <a:t>Ace</a:t>
            </a:r>
            <a:endParaRPr b="1" sz="800"/>
          </a:p>
        </p:txBody>
      </p:sp>
      <p:sp>
        <p:nvSpPr>
          <p:cNvPr id="1235" name="Google Shape;1235;p24"/>
          <p:cNvSpPr txBox="1"/>
          <p:nvPr/>
        </p:nvSpPr>
        <p:spPr>
          <a:xfrm>
            <a:off x="4284962" y="472763"/>
            <a:ext cx="6282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425" wrap="square" tIns="9125">
            <a:noAutofit/>
          </a:bodyPr>
          <a:lstStyle/>
          <a:p>
            <a:pPr indent="0" lvl="0" marL="0" rtl="0" algn="ctr">
              <a:spcBef>
                <a:spcPts val="0"/>
              </a:spcBef>
              <a:spcAft>
                <a:spcPts val="0"/>
              </a:spcAft>
              <a:buNone/>
            </a:pPr>
            <a:r>
              <a:rPr b="1" lang="en" sz="800"/>
              <a:t>Twin Takedown</a:t>
            </a:r>
            <a:endParaRPr b="1" sz="800"/>
          </a:p>
        </p:txBody>
      </p:sp>
      <p:sp>
        <p:nvSpPr>
          <p:cNvPr id="1236" name="Google Shape;1236;p24"/>
          <p:cNvSpPr txBox="1"/>
          <p:nvPr/>
        </p:nvSpPr>
        <p:spPr>
          <a:xfrm>
            <a:off x="2253337" y="450075"/>
            <a:ext cx="702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Monster Hunter</a:t>
            </a:r>
            <a:endParaRPr b="1" sz="800"/>
          </a:p>
        </p:txBody>
      </p:sp>
      <p:sp>
        <p:nvSpPr>
          <p:cNvPr id="1237" name="Google Shape;1237;p24"/>
          <p:cNvSpPr txBox="1"/>
          <p:nvPr/>
        </p:nvSpPr>
        <p:spPr>
          <a:xfrm>
            <a:off x="5759090" y="901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Wild Empathy</a:t>
            </a:r>
            <a:endParaRPr b="1" sz="800"/>
          </a:p>
        </p:txBody>
      </p:sp>
      <p:sp>
        <p:nvSpPr>
          <p:cNvPr id="1238" name="Google Shape;1238;p24"/>
          <p:cNvSpPr txBox="1"/>
          <p:nvPr/>
        </p:nvSpPr>
        <p:spPr>
          <a:xfrm>
            <a:off x="859074" y="901030"/>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37150" wrap="square" tIns="9125">
            <a:noAutofit/>
          </a:bodyPr>
          <a:lstStyle/>
          <a:p>
            <a:pPr indent="0" lvl="0" marL="0" rtl="0" algn="ctr">
              <a:spcBef>
                <a:spcPts val="0"/>
              </a:spcBef>
              <a:spcAft>
                <a:spcPts val="0"/>
              </a:spcAft>
              <a:buNone/>
            </a:pPr>
            <a:r>
              <a:rPr b="1" lang="en" sz="800"/>
              <a:t>Quick</a:t>
            </a:r>
            <a:endParaRPr b="1" sz="800"/>
          </a:p>
          <a:p>
            <a:pPr indent="0" lvl="0" marL="0" rtl="0" algn="ctr">
              <a:spcBef>
                <a:spcPts val="0"/>
              </a:spcBef>
              <a:spcAft>
                <a:spcPts val="0"/>
              </a:spcAft>
              <a:buNone/>
            </a:pPr>
            <a:r>
              <a:rPr b="1" lang="en" sz="800"/>
              <a:t>Draw</a:t>
            </a:r>
            <a:endParaRPr b="1" sz="800"/>
          </a:p>
        </p:txBody>
      </p:sp>
      <p:sp>
        <p:nvSpPr>
          <p:cNvPr id="1239" name="Google Shape;1239;p24"/>
          <p:cNvSpPr txBox="1"/>
          <p:nvPr/>
        </p:nvSpPr>
        <p:spPr>
          <a:xfrm>
            <a:off x="8562936" y="1329675"/>
            <a:ext cx="590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01150" wrap="square" tIns="9125">
            <a:noAutofit/>
          </a:bodyPr>
          <a:lstStyle/>
          <a:p>
            <a:pPr indent="0" lvl="0" marL="0" rtl="0" algn="ctr">
              <a:spcBef>
                <a:spcPts val="0"/>
              </a:spcBef>
              <a:spcAft>
                <a:spcPts val="0"/>
              </a:spcAft>
              <a:buNone/>
            </a:pPr>
            <a:r>
              <a:rPr b="1" lang="en" sz="800"/>
              <a:t>Disrupt Prey</a:t>
            </a:r>
            <a:endParaRPr b="1" sz="800"/>
          </a:p>
        </p:txBody>
      </p:sp>
      <p:sp>
        <p:nvSpPr>
          <p:cNvPr id="1240" name="Google Shape;1240;p24"/>
          <p:cNvSpPr txBox="1"/>
          <p:nvPr/>
        </p:nvSpPr>
        <p:spPr>
          <a:xfrm>
            <a:off x="5367452" y="1329681"/>
            <a:ext cx="591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Favored</a:t>
            </a:r>
            <a:endParaRPr b="1" sz="800"/>
          </a:p>
          <a:p>
            <a:pPr indent="0" lvl="0" marL="0" rtl="0" algn="ctr">
              <a:spcBef>
                <a:spcPts val="0"/>
              </a:spcBef>
              <a:spcAft>
                <a:spcPts val="0"/>
              </a:spcAft>
              <a:buNone/>
            </a:pPr>
            <a:r>
              <a:rPr b="1" lang="en" sz="800"/>
              <a:t>Enemy</a:t>
            </a:r>
            <a:endParaRPr b="1" sz="800"/>
          </a:p>
        </p:txBody>
      </p:sp>
      <p:sp>
        <p:nvSpPr>
          <p:cNvPr id="1241" name="Google Shape;1241;p24"/>
          <p:cNvSpPr txBox="1"/>
          <p:nvPr/>
        </p:nvSpPr>
        <p:spPr>
          <a:xfrm>
            <a:off x="855575" y="1329675"/>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Running</a:t>
            </a:r>
            <a:endParaRPr b="1" sz="800"/>
          </a:p>
          <a:p>
            <a:pPr indent="0" lvl="0" marL="0" rtl="0" algn="ctr">
              <a:spcBef>
                <a:spcPts val="0"/>
              </a:spcBef>
              <a:spcAft>
                <a:spcPts val="0"/>
              </a:spcAft>
              <a:buNone/>
            </a:pPr>
            <a:r>
              <a:rPr b="1" lang="en" sz="800"/>
              <a:t>Reload</a:t>
            </a:r>
            <a:endParaRPr b="1" sz="800"/>
          </a:p>
        </p:txBody>
      </p:sp>
      <p:grpSp>
        <p:nvGrpSpPr>
          <p:cNvPr id="1242" name="Google Shape;1242;p24"/>
          <p:cNvGrpSpPr/>
          <p:nvPr/>
        </p:nvGrpSpPr>
        <p:grpSpPr>
          <a:xfrm>
            <a:off x="7083740" y="1330763"/>
            <a:ext cx="866918" cy="2911388"/>
            <a:chOff x="7083740" y="1330763"/>
            <a:chExt cx="866918" cy="2911388"/>
          </a:xfrm>
        </p:grpSpPr>
        <p:sp>
          <p:nvSpPr>
            <p:cNvPr id="1243" name="Google Shape;1243;p24"/>
            <p:cNvSpPr txBox="1"/>
            <p:nvPr/>
          </p:nvSpPr>
          <p:spPr>
            <a:xfrm>
              <a:off x="7084631" y="1330763"/>
              <a:ext cx="866028"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Twin Parry</a:t>
              </a:r>
              <a:endParaRPr b="1" sz="800"/>
            </a:p>
          </p:txBody>
        </p:sp>
        <p:sp>
          <p:nvSpPr>
            <p:cNvPr id="1244" name="Google Shape;1244;p24"/>
            <p:cNvSpPr txBox="1"/>
            <p:nvPr/>
          </p:nvSpPr>
          <p:spPr>
            <a:xfrm>
              <a:off x="7268674" y="2616675"/>
              <a:ext cx="677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Twin</a:t>
              </a:r>
              <a:endParaRPr b="1" sz="800"/>
            </a:p>
            <a:p>
              <a:pPr indent="0" lvl="0" marL="0" rtl="0" algn="ctr">
                <a:spcBef>
                  <a:spcPts val="0"/>
                </a:spcBef>
                <a:spcAft>
                  <a:spcPts val="0"/>
                </a:spcAft>
                <a:buNone/>
              </a:pPr>
              <a:r>
                <a:rPr b="1" lang="en" sz="800"/>
                <a:t>Riposte</a:t>
              </a:r>
              <a:endParaRPr b="1" sz="800"/>
            </a:p>
          </p:txBody>
        </p:sp>
        <p:sp>
          <p:nvSpPr>
            <p:cNvPr id="1245" name="Google Shape;1245;p24"/>
            <p:cNvSpPr txBox="1"/>
            <p:nvPr/>
          </p:nvSpPr>
          <p:spPr>
            <a:xfrm>
              <a:off x="7083740" y="3902550"/>
              <a:ext cx="866028"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 Twin Riposte</a:t>
              </a:r>
              <a:endParaRPr b="1" sz="800"/>
            </a:p>
          </p:txBody>
        </p:sp>
      </p:grpSp>
      <p:grpSp>
        <p:nvGrpSpPr>
          <p:cNvPr id="1246" name="Google Shape;1246;p24"/>
          <p:cNvGrpSpPr/>
          <p:nvPr/>
        </p:nvGrpSpPr>
        <p:grpSpPr>
          <a:xfrm>
            <a:off x="855611" y="3044899"/>
            <a:ext cx="936010" cy="1196862"/>
            <a:chOff x="854575" y="3044199"/>
            <a:chExt cx="974300" cy="1196862"/>
          </a:xfrm>
        </p:grpSpPr>
        <p:sp>
          <p:nvSpPr>
            <p:cNvPr id="1247" name="Google Shape;1247;p24"/>
            <p:cNvSpPr txBox="1"/>
            <p:nvPr/>
          </p:nvSpPr>
          <p:spPr>
            <a:xfrm>
              <a:off x="856575" y="30441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Distracting Shot</a:t>
              </a:r>
              <a:endParaRPr b="1" sz="800"/>
            </a:p>
          </p:txBody>
        </p:sp>
        <p:sp>
          <p:nvSpPr>
            <p:cNvPr id="1248" name="Google Shape;1248;p24"/>
            <p:cNvSpPr txBox="1"/>
            <p:nvPr/>
          </p:nvSpPr>
          <p:spPr>
            <a:xfrm>
              <a:off x="854575" y="39014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Distracting Shot</a:t>
              </a:r>
              <a:endParaRPr b="1" sz="800"/>
            </a:p>
          </p:txBody>
        </p:sp>
      </p:grpSp>
      <p:sp>
        <p:nvSpPr>
          <p:cNvPr id="1249" name="Google Shape;1249;p24"/>
          <p:cNvSpPr txBox="1"/>
          <p:nvPr/>
        </p:nvSpPr>
        <p:spPr>
          <a:xfrm>
            <a:off x="2201463" y="3901424"/>
            <a:ext cx="810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Legendary</a:t>
            </a:r>
            <a:endParaRPr b="1" sz="800"/>
          </a:p>
          <a:p>
            <a:pPr indent="0" lvl="0" marL="0" rtl="0" algn="ctr">
              <a:spcBef>
                <a:spcPts val="0"/>
              </a:spcBef>
              <a:spcAft>
                <a:spcPts val="0"/>
              </a:spcAft>
              <a:buNone/>
            </a:pPr>
            <a:r>
              <a:rPr b="1" lang="en" sz="800"/>
              <a:t>Monster Hunter</a:t>
            </a:r>
            <a:endParaRPr b="1" sz="800"/>
          </a:p>
        </p:txBody>
      </p:sp>
      <p:sp>
        <p:nvSpPr>
          <p:cNvPr id="1250" name="Google Shape;1250;p24"/>
          <p:cNvSpPr txBox="1"/>
          <p:nvPr/>
        </p:nvSpPr>
        <p:spPr>
          <a:xfrm>
            <a:off x="6602375" y="3472850"/>
            <a:ext cx="746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Warden’s</a:t>
            </a:r>
            <a:endParaRPr b="1" sz="800"/>
          </a:p>
          <a:p>
            <a:pPr indent="0" lvl="0" marL="0" rtl="0" algn="ctr">
              <a:spcBef>
                <a:spcPts val="0"/>
              </a:spcBef>
              <a:spcAft>
                <a:spcPts val="0"/>
              </a:spcAft>
              <a:buNone/>
            </a:pPr>
            <a:r>
              <a:rPr b="1" lang="en" sz="800"/>
              <a:t>Guidance</a:t>
            </a:r>
            <a:endParaRPr b="1" sz="800"/>
          </a:p>
        </p:txBody>
      </p:sp>
      <p:sp>
        <p:nvSpPr>
          <p:cNvPr id="1251" name="Google Shape;1251;p24"/>
          <p:cNvSpPr txBox="1"/>
          <p:nvPr/>
        </p:nvSpPr>
        <p:spPr>
          <a:xfrm>
            <a:off x="7577502" y="901038"/>
            <a:ext cx="866028"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Hunter’s Aim</a:t>
            </a:r>
            <a:endParaRPr b="1" sz="800"/>
          </a:p>
        </p:txBody>
      </p:sp>
      <p:sp>
        <p:nvSpPr>
          <p:cNvPr id="1252" name="Google Shape;1252;p24"/>
          <p:cNvSpPr txBox="1"/>
          <p:nvPr/>
        </p:nvSpPr>
        <p:spPr>
          <a:xfrm>
            <a:off x="7607900" y="3472850"/>
            <a:ext cx="723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01150" wrap="square" tIns="9125">
            <a:noAutofit/>
          </a:bodyPr>
          <a:lstStyle/>
          <a:p>
            <a:pPr indent="0" lvl="0" marL="0" rtl="0" algn="ctr">
              <a:spcBef>
                <a:spcPts val="0"/>
              </a:spcBef>
              <a:spcAft>
                <a:spcPts val="0"/>
              </a:spcAft>
              <a:buNone/>
            </a:pPr>
            <a:r>
              <a:rPr b="1" lang="en" sz="800"/>
              <a:t>Targeting</a:t>
            </a:r>
            <a:endParaRPr b="1" sz="800"/>
          </a:p>
          <a:p>
            <a:pPr indent="0" lvl="0" marL="0" rtl="0" algn="ctr">
              <a:spcBef>
                <a:spcPts val="0"/>
              </a:spcBef>
              <a:spcAft>
                <a:spcPts val="0"/>
              </a:spcAft>
              <a:buNone/>
            </a:pPr>
            <a:r>
              <a:rPr b="1" lang="en" sz="800"/>
              <a:t>Shot</a:t>
            </a:r>
            <a:endParaRPr b="1" sz="800"/>
          </a:p>
        </p:txBody>
      </p:sp>
      <p:sp>
        <p:nvSpPr>
          <p:cNvPr id="1253" name="Google Shape;1253;p24"/>
          <p:cNvSpPr txBox="1"/>
          <p:nvPr/>
        </p:nvSpPr>
        <p:spPr>
          <a:xfrm>
            <a:off x="2015377" y="4330050"/>
            <a:ext cx="956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320025" wrap="square" tIns="9125">
            <a:noAutofit/>
          </a:bodyPr>
          <a:lstStyle/>
          <a:p>
            <a:pPr indent="0" lvl="0" marL="0" rtl="0" algn="ctr">
              <a:spcBef>
                <a:spcPts val="0"/>
              </a:spcBef>
              <a:spcAft>
                <a:spcPts val="0"/>
              </a:spcAft>
              <a:buNone/>
            </a:pPr>
            <a:r>
              <a:rPr b="1" lang="en" sz="800"/>
              <a:t>Impossible</a:t>
            </a:r>
            <a:endParaRPr b="1" sz="800"/>
          </a:p>
          <a:p>
            <a:pPr indent="0" lvl="0" marL="0" rtl="0" algn="ctr">
              <a:spcBef>
                <a:spcPts val="0"/>
              </a:spcBef>
              <a:spcAft>
                <a:spcPts val="0"/>
              </a:spcAft>
              <a:buNone/>
            </a:pPr>
            <a:r>
              <a:rPr b="1" lang="en" sz="800"/>
              <a:t>Volley</a:t>
            </a:r>
            <a:endParaRPr b="1" sz="800"/>
          </a:p>
        </p:txBody>
      </p:sp>
      <p:sp>
        <p:nvSpPr>
          <p:cNvPr id="1254" name="Google Shape;1254;p24"/>
          <p:cNvSpPr txBox="1"/>
          <p:nvPr/>
        </p:nvSpPr>
        <p:spPr>
          <a:xfrm>
            <a:off x="973675" y="4330161"/>
            <a:ext cx="956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320025" wrap="square" tIns="9125">
            <a:noAutofit/>
          </a:bodyPr>
          <a:lstStyle/>
          <a:p>
            <a:pPr indent="0" lvl="0" marL="0" rtl="0" algn="ctr">
              <a:spcBef>
                <a:spcPts val="0"/>
              </a:spcBef>
              <a:spcAft>
                <a:spcPts val="0"/>
              </a:spcAft>
              <a:buNone/>
            </a:pPr>
            <a:r>
              <a:rPr b="1" lang="en" sz="800"/>
              <a:t>Impossible</a:t>
            </a:r>
            <a:endParaRPr b="1" sz="800"/>
          </a:p>
          <a:p>
            <a:pPr indent="0" lvl="0" marL="0" rtl="0" algn="ctr">
              <a:spcBef>
                <a:spcPts val="0"/>
              </a:spcBef>
              <a:spcAft>
                <a:spcPts val="0"/>
              </a:spcAft>
              <a:buNone/>
            </a:pPr>
            <a:r>
              <a:rPr b="1" lang="en" sz="800"/>
              <a:t>Flurry</a:t>
            </a:r>
            <a:endParaRPr b="1" sz="800"/>
          </a:p>
        </p:txBody>
      </p:sp>
      <p:cxnSp>
        <p:nvCxnSpPr>
          <p:cNvPr id="1255" name="Google Shape;1255;p24"/>
          <p:cNvCxnSpPr>
            <a:stCxn id="1247" idx="2"/>
            <a:endCxn id="1248" idx="0"/>
          </p:cNvCxnSpPr>
          <p:nvPr/>
        </p:nvCxnSpPr>
        <p:spPr>
          <a:xfrm rot="5400000">
            <a:off x="1064776" y="3642499"/>
            <a:ext cx="517800" cy="1800"/>
          </a:xfrm>
          <a:prstGeom prst="bentConnector3">
            <a:avLst>
              <a:gd fmla="val 49987" name="adj1"/>
            </a:avLst>
          </a:prstGeom>
          <a:noFill/>
          <a:ln cap="flat" cmpd="sng" w="19050">
            <a:solidFill>
              <a:srgbClr val="000000"/>
            </a:solidFill>
            <a:prstDash val="solid"/>
            <a:round/>
            <a:headEnd len="med" w="med" type="none"/>
            <a:tailEnd len="med" w="med" type="triangle"/>
          </a:ln>
        </p:spPr>
      </p:cxnSp>
      <p:cxnSp>
        <p:nvCxnSpPr>
          <p:cNvPr id="1256" name="Google Shape;1256;p24"/>
          <p:cNvCxnSpPr/>
          <p:nvPr/>
        </p:nvCxnSpPr>
        <p:spPr>
          <a:xfrm flipH="1" rot="-5400000">
            <a:off x="7044968" y="2143125"/>
            <a:ext cx="946200" cy="9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257" name="Google Shape;1257;p24"/>
          <p:cNvCxnSpPr/>
          <p:nvPr/>
        </p:nvCxnSpPr>
        <p:spPr>
          <a:xfrm rot="5400000">
            <a:off x="7044554" y="3428550"/>
            <a:ext cx="946200" cy="18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258" name="Google Shape;1258;p24"/>
          <p:cNvCxnSpPr/>
          <p:nvPr/>
        </p:nvCxnSpPr>
        <p:spPr>
          <a:xfrm flipH="1" rot="-5400000">
            <a:off x="6894020" y="2356388"/>
            <a:ext cx="2232300" cy="600"/>
          </a:xfrm>
          <a:prstGeom prst="bentConnector3">
            <a:avLst>
              <a:gd fmla="val 50000" name="adj1"/>
            </a:avLst>
          </a:prstGeom>
          <a:noFill/>
          <a:ln cap="flat" cmpd="sng" w="19050">
            <a:solidFill>
              <a:srgbClr val="000000"/>
            </a:solidFill>
            <a:prstDash val="solid"/>
            <a:round/>
            <a:headEnd len="med" w="med" type="none"/>
            <a:tailEnd len="med" w="med" type="triangle"/>
          </a:ln>
        </p:spPr>
      </p:cxnSp>
      <p:sp>
        <p:nvSpPr>
          <p:cNvPr id="1259" name="Google Shape;1259;p24"/>
          <p:cNvSpPr txBox="1"/>
          <p:nvPr/>
        </p:nvSpPr>
        <p:spPr>
          <a:xfrm>
            <a:off x="6538200" y="2615575"/>
            <a:ext cx="66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Warden’s Step</a:t>
            </a:r>
            <a:endParaRPr b="1" sz="800"/>
          </a:p>
        </p:txBody>
      </p:sp>
      <p:sp>
        <p:nvSpPr>
          <p:cNvPr id="1260" name="Google Shape;1260;p24"/>
          <p:cNvSpPr txBox="1"/>
          <p:nvPr/>
        </p:nvSpPr>
        <p:spPr>
          <a:xfrm>
            <a:off x="3884353" y="2187275"/>
            <a:ext cx="759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Hazard</a:t>
            </a:r>
            <a:endParaRPr b="1" sz="800"/>
          </a:p>
          <a:p>
            <a:pPr indent="0" lvl="0" marL="0" rtl="0" algn="ctr">
              <a:spcBef>
                <a:spcPts val="0"/>
              </a:spcBef>
              <a:spcAft>
                <a:spcPts val="0"/>
              </a:spcAft>
              <a:buNone/>
            </a:pPr>
            <a:r>
              <a:rPr b="1" lang="en" sz="800"/>
              <a:t>Finder</a:t>
            </a:r>
            <a:endParaRPr b="1" sz="800"/>
          </a:p>
        </p:txBody>
      </p:sp>
      <p:grpSp>
        <p:nvGrpSpPr>
          <p:cNvPr id="1261" name="Google Shape;1261;p24"/>
          <p:cNvGrpSpPr/>
          <p:nvPr/>
        </p:nvGrpSpPr>
        <p:grpSpPr>
          <a:xfrm>
            <a:off x="4699009" y="901745"/>
            <a:ext cx="902334" cy="1624792"/>
            <a:chOff x="4370638" y="901383"/>
            <a:chExt cx="973286" cy="1624792"/>
          </a:xfrm>
        </p:grpSpPr>
        <p:sp>
          <p:nvSpPr>
            <p:cNvPr id="1262" name="Google Shape;1262;p24"/>
            <p:cNvSpPr txBox="1"/>
            <p:nvPr/>
          </p:nvSpPr>
          <p:spPr>
            <a:xfrm>
              <a:off x="4371624" y="90138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Favored</a:t>
              </a:r>
              <a:endParaRPr b="1" sz="800"/>
            </a:p>
            <a:p>
              <a:pPr indent="0" lvl="0" marL="0" rtl="0" algn="ctr">
                <a:spcBef>
                  <a:spcPts val="0"/>
                </a:spcBef>
                <a:spcAft>
                  <a:spcPts val="0"/>
                </a:spcAft>
                <a:buNone/>
              </a:pPr>
              <a:r>
                <a:rPr b="1" lang="en" sz="800"/>
                <a:t>Terrain</a:t>
              </a:r>
              <a:endParaRPr b="1" sz="800"/>
            </a:p>
          </p:txBody>
        </p:sp>
        <p:sp>
          <p:nvSpPr>
            <p:cNvPr id="1263" name="Google Shape;1263;p24"/>
            <p:cNvSpPr txBox="1"/>
            <p:nvPr/>
          </p:nvSpPr>
          <p:spPr>
            <a:xfrm>
              <a:off x="4370638" y="21865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Terrain</a:t>
              </a:r>
              <a:endParaRPr b="1" sz="800"/>
            </a:p>
            <a:p>
              <a:pPr indent="0" lvl="0" marL="0" rtl="0" algn="ctr">
                <a:spcBef>
                  <a:spcPts val="0"/>
                </a:spcBef>
                <a:spcAft>
                  <a:spcPts val="0"/>
                </a:spcAft>
                <a:buNone/>
              </a:pPr>
              <a:r>
                <a:rPr b="1" lang="en" sz="800"/>
                <a:t>Master</a:t>
              </a:r>
              <a:endParaRPr b="1" sz="800"/>
            </a:p>
          </p:txBody>
        </p:sp>
      </p:grpSp>
      <p:sp>
        <p:nvSpPr>
          <p:cNvPr id="1264" name="Google Shape;1264;p24"/>
          <p:cNvSpPr txBox="1"/>
          <p:nvPr/>
        </p:nvSpPr>
        <p:spPr>
          <a:xfrm>
            <a:off x="3278775" y="4331140"/>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Manifold Edge</a:t>
            </a:r>
            <a:endParaRPr b="1" sz="800"/>
          </a:p>
        </p:txBody>
      </p:sp>
      <p:grpSp>
        <p:nvGrpSpPr>
          <p:cNvPr id="1265" name="Google Shape;1265;p24"/>
          <p:cNvGrpSpPr/>
          <p:nvPr/>
        </p:nvGrpSpPr>
        <p:grpSpPr>
          <a:xfrm>
            <a:off x="4530141" y="2616238"/>
            <a:ext cx="936010" cy="2054113"/>
            <a:chOff x="6015408" y="2615575"/>
            <a:chExt cx="974300" cy="2054113"/>
          </a:xfrm>
        </p:grpSpPr>
        <p:sp>
          <p:nvSpPr>
            <p:cNvPr id="1266" name="Google Shape;1266;p24"/>
            <p:cNvSpPr txBox="1"/>
            <p:nvPr/>
          </p:nvSpPr>
          <p:spPr>
            <a:xfrm>
              <a:off x="6017408" y="26155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Camouflage</a:t>
              </a:r>
              <a:endParaRPr b="1" sz="800"/>
            </a:p>
          </p:txBody>
        </p:sp>
        <p:sp>
          <p:nvSpPr>
            <p:cNvPr id="1267" name="Google Shape;1267;p24"/>
            <p:cNvSpPr txBox="1"/>
            <p:nvPr/>
          </p:nvSpPr>
          <p:spPr>
            <a:xfrm>
              <a:off x="6015408" y="43300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Shadow Hunter</a:t>
              </a:r>
              <a:endParaRPr b="1" sz="800"/>
            </a:p>
          </p:txBody>
        </p:sp>
      </p:grpSp>
      <p:sp>
        <p:nvSpPr>
          <p:cNvPr id="1268" name="Google Shape;1268;p24"/>
          <p:cNvSpPr txBox="1"/>
          <p:nvPr/>
        </p:nvSpPr>
        <p:spPr>
          <a:xfrm>
            <a:off x="6175587" y="1330725"/>
            <a:ext cx="590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Far Shot</a:t>
            </a:r>
            <a:endParaRPr b="1" sz="800"/>
          </a:p>
        </p:txBody>
      </p:sp>
      <p:sp>
        <p:nvSpPr>
          <p:cNvPr id="1269" name="Google Shape;1269;p24"/>
          <p:cNvSpPr txBox="1"/>
          <p:nvPr/>
        </p:nvSpPr>
        <p:spPr>
          <a:xfrm>
            <a:off x="6037570" y="4759825"/>
            <a:ext cx="866028"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182875" spcFirstLastPara="1" rIns="9125" wrap="square" tIns="9125">
            <a:noAutofit/>
          </a:bodyPr>
          <a:lstStyle/>
          <a:p>
            <a:pPr indent="0" lvl="0" marL="0" rtl="0" algn="ctr">
              <a:spcBef>
                <a:spcPts val="0"/>
              </a:spcBef>
              <a:spcAft>
                <a:spcPts val="0"/>
              </a:spcAft>
              <a:buNone/>
            </a:pPr>
            <a:r>
              <a:rPr b="1" lang="en" sz="800"/>
              <a:t>Legendary</a:t>
            </a:r>
            <a:endParaRPr b="1" sz="800"/>
          </a:p>
          <a:p>
            <a:pPr indent="0" lvl="0" marL="0" rtl="0" algn="ctr">
              <a:spcBef>
                <a:spcPts val="0"/>
              </a:spcBef>
              <a:spcAft>
                <a:spcPts val="0"/>
              </a:spcAft>
              <a:buNone/>
            </a:pPr>
            <a:r>
              <a:rPr b="1" lang="en" sz="800"/>
              <a:t>Shot</a:t>
            </a:r>
            <a:endParaRPr b="1" sz="800"/>
          </a:p>
        </p:txBody>
      </p:sp>
      <p:sp>
        <p:nvSpPr>
          <p:cNvPr id="1270" name="Google Shape;1270;p24"/>
          <p:cNvSpPr txBox="1"/>
          <p:nvPr/>
        </p:nvSpPr>
        <p:spPr>
          <a:xfrm>
            <a:off x="3278776" y="4759764"/>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To the Ends</a:t>
            </a:r>
            <a:endParaRPr b="1" sz="800"/>
          </a:p>
          <a:p>
            <a:pPr indent="0" lvl="0" marL="0" rtl="0" algn="ctr">
              <a:spcBef>
                <a:spcPts val="0"/>
              </a:spcBef>
              <a:spcAft>
                <a:spcPts val="0"/>
              </a:spcAft>
              <a:buNone/>
            </a:pPr>
            <a:r>
              <a:rPr b="1" lang="en" sz="800"/>
              <a:t>of the Earth</a:t>
            </a:r>
            <a:endParaRPr b="1" sz="800"/>
          </a:p>
        </p:txBody>
      </p:sp>
      <p:sp>
        <p:nvSpPr>
          <p:cNvPr id="1271" name="Google Shape;1271;p24"/>
          <p:cNvSpPr txBox="1"/>
          <p:nvPr/>
        </p:nvSpPr>
        <p:spPr>
          <a:xfrm>
            <a:off x="4198047" y="4759772"/>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Ultimate</a:t>
            </a:r>
            <a:endParaRPr b="1" sz="800"/>
          </a:p>
          <a:p>
            <a:pPr indent="0" lvl="0" marL="0" rtl="0" algn="ctr">
              <a:spcBef>
                <a:spcPts val="0"/>
              </a:spcBef>
              <a:spcAft>
                <a:spcPts val="0"/>
              </a:spcAft>
              <a:buNone/>
            </a:pPr>
            <a:r>
              <a:rPr b="1" lang="en" sz="800"/>
              <a:t>Skirmisher</a:t>
            </a:r>
            <a:endParaRPr b="1" sz="800"/>
          </a:p>
        </p:txBody>
      </p:sp>
      <p:sp>
        <p:nvSpPr>
          <p:cNvPr id="1272" name="Google Shape;1272;p24"/>
          <p:cNvSpPr txBox="1"/>
          <p:nvPr/>
        </p:nvSpPr>
        <p:spPr>
          <a:xfrm>
            <a:off x="5657023" y="2187288"/>
            <a:ext cx="759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64575" wrap="square" tIns="9125">
            <a:noAutofit/>
          </a:bodyPr>
          <a:lstStyle/>
          <a:p>
            <a:pPr indent="0" lvl="0" marL="0" rtl="0" algn="ctr">
              <a:spcBef>
                <a:spcPts val="0"/>
              </a:spcBef>
              <a:spcAft>
                <a:spcPts val="0"/>
              </a:spcAft>
              <a:buNone/>
            </a:pPr>
            <a:r>
              <a:rPr b="1" lang="en" sz="800"/>
              <a:t>Warden’s</a:t>
            </a:r>
            <a:endParaRPr b="1" sz="800"/>
          </a:p>
          <a:p>
            <a:pPr indent="0" lvl="0" marL="0" rtl="0" algn="ctr">
              <a:spcBef>
                <a:spcPts val="0"/>
              </a:spcBef>
              <a:spcAft>
                <a:spcPts val="0"/>
              </a:spcAft>
              <a:buNone/>
            </a:pPr>
            <a:r>
              <a:rPr b="1" lang="en" sz="800"/>
              <a:t>Boon</a:t>
            </a:r>
            <a:endParaRPr b="1" sz="800"/>
          </a:p>
        </p:txBody>
      </p:sp>
      <p:sp>
        <p:nvSpPr>
          <p:cNvPr id="1273" name="Google Shape;1273;p24"/>
          <p:cNvSpPr txBox="1"/>
          <p:nvPr/>
        </p:nvSpPr>
        <p:spPr>
          <a:xfrm>
            <a:off x="5217837" y="3473875"/>
            <a:ext cx="66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Shared Prey</a:t>
            </a:r>
            <a:endParaRPr b="1" sz="800"/>
          </a:p>
        </p:txBody>
      </p:sp>
      <p:sp>
        <p:nvSpPr>
          <p:cNvPr id="1274" name="Google Shape;1274;p24"/>
          <p:cNvSpPr txBox="1"/>
          <p:nvPr/>
        </p:nvSpPr>
        <p:spPr>
          <a:xfrm>
            <a:off x="5117636" y="4759776"/>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Triple Threat</a:t>
            </a:r>
            <a:endParaRPr b="1" sz="800"/>
          </a:p>
        </p:txBody>
      </p:sp>
      <p:cxnSp>
        <p:nvCxnSpPr>
          <p:cNvPr id="1275" name="Google Shape;1275;p24"/>
          <p:cNvCxnSpPr>
            <a:stCxn id="1273" idx="2"/>
            <a:endCxn id="1274" idx="0"/>
          </p:cNvCxnSpPr>
          <p:nvPr/>
        </p:nvCxnSpPr>
        <p:spPr>
          <a:xfrm flipH="1" rot="-5400000">
            <a:off x="5077887" y="4286275"/>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276" name="Google Shape;1276;p24"/>
          <p:cNvCxnSpPr/>
          <p:nvPr/>
        </p:nvCxnSpPr>
        <p:spPr>
          <a:xfrm rot="5400000">
            <a:off x="5360186" y="3282619"/>
            <a:ext cx="381000" cy="6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277" name="Google Shape;1277;p24"/>
          <p:cNvCxnSpPr>
            <a:stCxn id="1272" idx="2"/>
            <a:endCxn id="1273" idx="3"/>
          </p:cNvCxnSpPr>
          <p:nvPr/>
        </p:nvCxnSpPr>
        <p:spPr>
          <a:xfrm rot="5400000">
            <a:off x="5401573" y="3008838"/>
            <a:ext cx="1116900" cy="153000"/>
          </a:xfrm>
          <a:prstGeom prst="bentConnector2">
            <a:avLst/>
          </a:prstGeom>
          <a:noFill/>
          <a:ln cap="flat" cmpd="sng" w="19050">
            <a:solidFill>
              <a:srgbClr val="000000"/>
            </a:solidFill>
            <a:prstDash val="solid"/>
            <a:round/>
            <a:headEnd len="med" w="med" type="none"/>
            <a:tailEnd len="med" w="med" type="triangle"/>
          </a:ln>
        </p:spPr>
      </p:cxnSp>
      <p:cxnSp>
        <p:nvCxnSpPr>
          <p:cNvPr id="1278" name="Google Shape;1278;p24"/>
          <p:cNvCxnSpPr>
            <a:stCxn id="1268" idx="2"/>
            <a:endCxn id="1269" idx="0"/>
          </p:cNvCxnSpPr>
          <p:nvPr/>
        </p:nvCxnSpPr>
        <p:spPr>
          <a:xfrm flipH="1" rot="-5400000">
            <a:off x="4926537" y="3214725"/>
            <a:ext cx="3089400" cy="600"/>
          </a:xfrm>
          <a:prstGeom prst="bentConnector3">
            <a:avLst>
              <a:gd fmla="val 50002" name="adj1"/>
            </a:avLst>
          </a:prstGeom>
          <a:noFill/>
          <a:ln cap="flat" cmpd="sng" w="19050">
            <a:solidFill>
              <a:srgbClr val="000000"/>
            </a:solidFill>
            <a:prstDash val="solid"/>
            <a:round/>
            <a:headEnd len="med" w="med" type="none"/>
            <a:tailEnd len="med" w="med" type="triangle"/>
          </a:ln>
        </p:spPr>
      </p:cxnSp>
      <p:sp>
        <p:nvSpPr>
          <p:cNvPr id="1279" name="Google Shape;1279;p24"/>
          <p:cNvSpPr/>
          <p:nvPr/>
        </p:nvSpPr>
        <p:spPr>
          <a:xfrm>
            <a:off x="5714837" y="4108178"/>
            <a:ext cx="592200" cy="339600"/>
          </a:xfrm>
          <a:prstGeom prst="round2DiagRect">
            <a:avLst>
              <a:gd fmla="val 50000" name="adj1"/>
              <a:gd fmla="val 0" name="adj2"/>
            </a:avLst>
          </a:prstGeom>
          <a:solidFill>
            <a:schemeClr val="lt2"/>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Masterful Hunter</a:t>
            </a:r>
            <a:endParaRPr b="1" sz="800"/>
          </a:p>
        </p:txBody>
      </p:sp>
      <p:cxnSp>
        <p:nvCxnSpPr>
          <p:cNvPr id="1280" name="Google Shape;1280;p24"/>
          <p:cNvCxnSpPr>
            <a:stCxn id="1279" idx="0"/>
            <a:endCxn id="1269" idx="0"/>
          </p:cNvCxnSpPr>
          <p:nvPr/>
        </p:nvCxnSpPr>
        <p:spPr>
          <a:xfrm>
            <a:off x="6307037" y="4277978"/>
            <a:ext cx="163500" cy="481800"/>
          </a:xfrm>
          <a:prstGeom prst="bentConnector2">
            <a:avLst/>
          </a:prstGeom>
          <a:noFill/>
          <a:ln cap="flat" cmpd="sng" w="19050">
            <a:solidFill>
              <a:srgbClr val="000000"/>
            </a:solidFill>
            <a:prstDash val="solid"/>
            <a:round/>
            <a:headEnd len="med" w="med" type="none"/>
            <a:tailEnd len="med" w="med" type="triangle"/>
          </a:ln>
        </p:spPr>
      </p:cxnSp>
      <p:cxnSp>
        <p:nvCxnSpPr>
          <p:cNvPr id="1281" name="Google Shape;1281;p24"/>
          <p:cNvCxnSpPr>
            <a:stCxn id="1266" idx="2"/>
            <a:endCxn id="1267" idx="0"/>
          </p:cNvCxnSpPr>
          <p:nvPr/>
        </p:nvCxnSpPr>
        <p:spPr>
          <a:xfrm rot="5400000">
            <a:off x="4310757" y="3642388"/>
            <a:ext cx="1374900" cy="18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282" name="Google Shape;1282;p24"/>
          <p:cNvCxnSpPr>
            <a:stCxn id="1266" idx="2"/>
            <a:endCxn id="1283" idx="3"/>
          </p:cNvCxnSpPr>
          <p:nvPr/>
        </p:nvCxnSpPr>
        <p:spPr>
          <a:xfrm rot="5400000">
            <a:off x="4523307" y="3167938"/>
            <a:ext cx="687900" cy="263700"/>
          </a:xfrm>
          <a:prstGeom prst="bentConnector2">
            <a:avLst/>
          </a:prstGeom>
          <a:noFill/>
          <a:ln cap="flat" cmpd="sng" w="19050">
            <a:solidFill>
              <a:srgbClr val="000000"/>
            </a:solidFill>
            <a:prstDash val="solid"/>
            <a:round/>
            <a:headEnd len="med" w="med" type="none"/>
            <a:tailEnd len="med" w="med" type="triangle"/>
          </a:ln>
        </p:spPr>
      </p:cxnSp>
      <p:sp>
        <p:nvSpPr>
          <p:cNvPr id="1284" name="Google Shape;1284;p24"/>
          <p:cNvSpPr txBox="1"/>
          <p:nvPr/>
        </p:nvSpPr>
        <p:spPr>
          <a:xfrm>
            <a:off x="1412065" y="3472844"/>
            <a:ext cx="800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Sense</a:t>
            </a:r>
            <a:endParaRPr b="1" sz="800"/>
          </a:p>
          <a:p>
            <a:pPr indent="0" lvl="0" marL="0" rtl="0" algn="ctr">
              <a:spcBef>
                <a:spcPts val="0"/>
              </a:spcBef>
              <a:spcAft>
                <a:spcPts val="0"/>
              </a:spcAft>
              <a:buNone/>
            </a:pPr>
            <a:r>
              <a:rPr b="1" lang="en" sz="800"/>
              <a:t>the Unseen</a:t>
            </a:r>
            <a:endParaRPr b="1" sz="800"/>
          </a:p>
        </p:txBody>
      </p:sp>
      <p:sp>
        <p:nvSpPr>
          <p:cNvPr id="1285" name="Google Shape;1285;p24"/>
          <p:cNvSpPr txBox="1"/>
          <p:nvPr/>
        </p:nvSpPr>
        <p:spPr>
          <a:xfrm>
            <a:off x="6593889" y="3044192"/>
            <a:ext cx="800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Second</a:t>
            </a:r>
            <a:endParaRPr b="1" sz="800"/>
          </a:p>
          <a:p>
            <a:pPr indent="0" lvl="0" marL="0" rtl="0" algn="ctr">
              <a:spcBef>
                <a:spcPts val="0"/>
              </a:spcBef>
              <a:spcAft>
                <a:spcPts val="0"/>
              </a:spcAft>
              <a:buNone/>
            </a:pPr>
            <a:r>
              <a:rPr b="1" lang="en" sz="800"/>
              <a:t>Sting</a:t>
            </a:r>
            <a:endParaRPr b="1" sz="800"/>
          </a:p>
        </p:txBody>
      </p:sp>
      <p:sp>
        <p:nvSpPr>
          <p:cNvPr id="1286" name="Google Shape;1286;p24"/>
          <p:cNvSpPr txBox="1"/>
          <p:nvPr/>
        </p:nvSpPr>
        <p:spPr>
          <a:xfrm>
            <a:off x="827275" y="2615575"/>
            <a:ext cx="902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83450" wrap="square" tIns="9125">
            <a:noAutofit/>
          </a:bodyPr>
          <a:lstStyle/>
          <a:p>
            <a:pPr indent="0" lvl="0" marL="0" rtl="0" algn="ctr">
              <a:spcBef>
                <a:spcPts val="0"/>
              </a:spcBef>
              <a:spcAft>
                <a:spcPts val="0"/>
              </a:spcAft>
              <a:buNone/>
            </a:pPr>
            <a:r>
              <a:rPr b="1" lang="en" sz="800"/>
              <a:t>Penetrating</a:t>
            </a:r>
            <a:endParaRPr b="1" sz="800"/>
          </a:p>
          <a:p>
            <a:pPr indent="0" lvl="0" marL="0" rtl="0" algn="ctr">
              <a:spcBef>
                <a:spcPts val="0"/>
              </a:spcBef>
              <a:spcAft>
                <a:spcPts val="0"/>
              </a:spcAft>
              <a:buNone/>
            </a:pPr>
            <a:r>
              <a:rPr b="1" lang="en" sz="800"/>
              <a:t>Shot</a:t>
            </a:r>
            <a:endParaRPr b="1" sz="800"/>
          </a:p>
        </p:txBody>
      </p:sp>
      <p:sp>
        <p:nvSpPr>
          <p:cNvPr id="1287" name="Google Shape;1287;p24"/>
          <p:cNvSpPr txBox="1"/>
          <p:nvPr/>
        </p:nvSpPr>
        <p:spPr>
          <a:xfrm>
            <a:off x="3239235" y="473424"/>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Animal</a:t>
            </a:r>
            <a:endParaRPr b="1" sz="800"/>
          </a:p>
          <a:p>
            <a:pPr indent="0" lvl="0" marL="0" rtl="0" algn="ctr">
              <a:spcBef>
                <a:spcPts val="0"/>
              </a:spcBef>
              <a:spcAft>
                <a:spcPts val="0"/>
              </a:spcAft>
              <a:buNone/>
            </a:pPr>
            <a:r>
              <a:rPr b="1" lang="en" sz="800"/>
              <a:t>Companion</a:t>
            </a:r>
            <a:endParaRPr b="1" sz="800"/>
          </a:p>
        </p:txBody>
      </p:sp>
      <p:sp>
        <p:nvSpPr>
          <p:cNvPr id="1288" name="Google Shape;1288;p24"/>
          <p:cNvSpPr txBox="1"/>
          <p:nvPr/>
        </p:nvSpPr>
        <p:spPr>
          <a:xfrm>
            <a:off x="3239235" y="1759309"/>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Mature Animal</a:t>
            </a:r>
            <a:endParaRPr b="1" sz="800"/>
          </a:p>
          <a:p>
            <a:pPr indent="0" lvl="0" marL="0" rtl="0" algn="ctr">
              <a:spcBef>
                <a:spcPts val="0"/>
              </a:spcBef>
              <a:spcAft>
                <a:spcPts val="0"/>
              </a:spcAft>
              <a:buNone/>
            </a:pPr>
            <a:r>
              <a:rPr b="1" lang="en" sz="800"/>
              <a:t>Companion</a:t>
            </a:r>
            <a:endParaRPr b="1" sz="800"/>
          </a:p>
        </p:txBody>
      </p:sp>
      <p:sp>
        <p:nvSpPr>
          <p:cNvPr id="1289" name="Google Shape;1289;p24"/>
          <p:cNvSpPr txBox="1"/>
          <p:nvPr/>
        </p:nvSpPr>
        <p:spPr>
          <a:xfrm>
            <a:off x="3205335" y="2616219"/>
            <a:ext cx="933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Incredible</a:t>
            </a:r>
            <a:endParaRPr b="1" sz="800"/>
          </a:p>
          <a:p>
            <a:pPr indent="0" lvl="0" marL="0" rtl="0" algn="ctr">
              <a:spcBef>
                <a:spcPts val="0"/>
              </a:spcBef>
              <a:spcAft>
                <a:spcPts val="0"/>
              </a:spcAft>
              <a:buNone/>
            </a:pPr>
            <a:r>
              <a:rPr b="1" lang="en" sz="800"/>
              <a:t>Companion</a:t>
            </a:r>
            <a:endParaRPr b="1" sz="800"/>
          </a:p>
        </p:txBody>
      </p:sp>
      <p:sp>
        <p:nvSpPr>
          <p:cNvPr id="1290" name="Google Shape;1290;p24"/>
          <p:cNvSpPr txBox="1"/>
          <p:nvPr/>
        </p:nvSpPr>
        <p:spPr>
          <a:xfrm>
            <a:off x="3947550" y="3045225"/>
            <a:ext cx="789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Side by Side</a:t>
            </a:r>
            <a:endParaRPr b="1" sz="800"/>
          </a:p>
        </p:txBody>
      </p:sp>
      <p:sp>
        <p:nvSpPr>
          <p:cNvPr id="1291" name="Google Shape;1291;p24"/>
          <p:cNvSpPr txBox="1"/>
          <p:nvPr/>
        </p:nvSpPr>
        <p:spPr>
          <a:xfrm>
            <a:off x="3946728" y="3902500"/>
            <a:ext cx="789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Specialized Companion</a:t>
            </a:r>
            <a:endParaRPr b="1" sz="800"/>
          </a:p>
        </p:txBody>
      </p:sp>
      <p:sp>
        <p:nvSpPr>
          <p:cNvPr id="1283" name="Google Shape;1283;p24"/>
          <p:cNvSpPr txBox="1"/>
          <p:nvPr/>
        </p:nvSpPr>
        <p:spPr>
          <a:xfrm>
            <a:off x="3945926" y="3473862"/>
            <a:ext cx="789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Stealthy Companion</a:t>
            </a:r>
            <a:endParaRPr b="1" sz="800"/>
          </a:p>
        </p:txBody>
      </p:sp>
      <p:sp>
        <p:nvSpPr>
          <p:cNvPr id="1292" name="Google Shape;1292;p24"/>
          <p:cNvSpPr txBox="1"/>
          <p:nvPr/>
        </p:nvSpPr>
        <p:spPr>
          <a:xfrm>
            <a:off x="4102269" y="1330047"/>
            <a:ext cx="866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Companion’s</a:t>
            </a:r>
            <a:endParaRPr b="1" sz="800"/>
          </a:p>
          <a:p>
            <a:pPr indent="0" lvl="0" marL="0" rtl="0" algn="ctr">
              <a:spcBef>
                <a:spcPts val="0"/>
              </a:spcBef>
              <a:spcAft>
                <a:spcPts val="0"/>
              </a:spcAft>
              <a:buNone/>
            </a:pPr>
            <a:r>
              <a:rPr b="1" lang="en" sz="800"/>
              <a:t>Cry</a:t>
            </a:r>
            <a:endParaRPr b="1" sz="800"/>
          </a:p>
        </p:txBody>
      </p:sp>
      <p:cxnSp>
        <p:nvCxnSpPr>
          <p:cNvPr id="1293" name="Google Shape;1293;p24"/>
          <p:cNvCxnSpPr>
            <a:stCxn id="1288" idx="2"/>
            <a:endCxn id="1289" idx="0"/>
          </p:cNvCxnSpPr>
          <p:nvPr/>
        </p:nvCxnSpPr>
        <p:spPr>
          <a:xfrm flipH="1" rot="-5400000">
            <a:off x="3413985" y="2357209"/>
            <a:ext cx="517200" cy="600"/>
          </a:xfrm>
          <a:prstGeom prst="bentConnector3">
            <a:avLst>
              <a:gd fmla="val 50011" name="adj1"/>
            </a:avLst>
          </a:prstGeom>
          <a:noFill/>
          <a:ln cap="flat" cmpd="sng" w="19050">
            <a:solidFill>
              <a:srgbClr val="000000"/>
            </a:solidFill>
            <a:prstDash val="solid"/>
            <a:round/>
            <a:headEnd len="med" w="med" type="none"/>
            <a:tailEnd len="med" w="med" type="triangle"/>
          </a:ln>
        </p:spPr>
      </p:cxnSp>
      <p:cxnSp>
        <p:nvCxnSpPr>
          <p:cNvPr id="1294" name="Google Shape;1294;p24"/>
          <p:cNvCxnSpPr>
            <a:endCxn id="1290" idx="1"/>
          </p:cNvCxnSpPr>
          <p:nvPr/>
        </p:nvCxnSpPr>
        <p:spPr>
          <a:xfrm flipH="1" rot="-5400000">
            <a:off x="2607300" y="1874775"/>
            <a:ext cx="1860600" cy="819900"/>
          </a:xfrm>
          <a:prstGeom prst="bentConnector2">
            <a:avLst/>
          </a:prstGeom>
          <a:noFill/>
          <a:ln cap="flat" cmpd="sng" w="19050">
            <a:solidFill>
              <a:srgbClr val="000000"/>
            </a:solidFill>
            <a:prstDash val="solid"/>
            <a:round/>
            <a:headEnd len="med" w="med" type="none"/>
            <a:tailEnd len="med" w="med" type="triangle"/>
          </a:ln>
        </p:spPr>
      </p:cxnSp>
      <p:cxnSp>
        <p:nvCxnSpPr>
          <p:cNvPr id="1295" name="Google Shape;1295;p24"/>
          <p:cNvCxnSpPr>
            <a:stCxn id="1287" idx="2"/>
            <a:endCxn id="1292" idx="1"/>
          </p:cNvCxnSpPr>
          <p:nvPr/>
        </p:nvCxnSpPr>
        <p:spPr>
          <a:xfrm flipH="1" rot="-5400000">
            <a:off x="3543885" y="941424"/>
            <a:ext cx="686700" cy="429900"/>
          </a:xfrm>
          <a:prstGeom prst="bentConnector2">
            <a:avLst/>
          </a:prstGeom>
          <a:noFill/>
          <a:ln cap="flat" cmpd="sng" w="19050">
            <a:solidFill>
              <a:srgbClr val="000000"/>
            </a:solidFill>
            <a:prstDash val="solid"/>
            <a:round/>
            <a:headEnd len="med" w="med" type="none"/>
            <a:tailEnd len="med" w="med" type="triangle"/>
          </a:ln>
        </p:spPr>
      </p:cxnSp>
      <p:cxnSp>
        <p:nvCxnSpPr>
          <p:cNvPr id="1296" name="Google Shape;1296;p24"/>
          <p:cNvCxnSpPr>
            <a:stCxn id="1287" idx="2"/>
            <a:endCxn id="1288" idx="0"/>
          </p:cNvCxnSpPr>
          <p:nvPr/>
        </p:nvCxnSpPr>
        <p:spPr>
          <a:xfrm flipH="1" rot="-5400000">
            <a:off x="3199485" y="1285824"/>
            <a:ext cx="946200" cy="600"/>
          </a:xfrm>
          <a:prstGeom prst="bentConnector3">
            <a:avLst>
              <a:gd fmla="val 50004" name="adj1"/>
            </a:avLst>
          </a:prstGeom>
          <a:noFill/>
          <a:ln cap="flat" cmpd="sng" w="19050">
            <a:solidFill>
              <a:srgbClr val="000000"/>
            </a:solidFill>
            <a:prstDash val="solid"/>
            <a:round/>
            <a:headEnd len="med" w="med" type="none"/>
            <a:tailEnd len="med" w="med" type="triangle"/>
          </a:ln>
        </p:spPr>
      </p:cxnSp>
      <p:cxnSp>
        <p:nvCxnSpPr>
          <p:cNvPr id="1297" name="Google Shape;1297;p24"/>
          <p:cNvCxnSpPr>
            <a:stCxn id="1289" idx="2"/>
            <a:endCxn id="1291" idx="1"/>
          </p:cNvCxnSpPr>
          <p:nvPr/>
        </p:nvCxnSpPr>
        <p:spPr>
          <a:xfrm flipH="1" rot="-5400000">
            <a:off x="3251235" y="3376869"/>
            <a:ext cx="1116600" cy="274500"/>
          </a:xfrm>
          <a:prstGeom prst="bentConnector2">
            <a:avLst/>
          </a:prstGeom>
          <a:noFill/>
          <a:ln cap="flat" cmpd="sng" w="19050">
            <a:solidFill>
              <a:srgbClr val="000000"/>
            </a:solidFill>
            <a:prstDash val="solid"/>
            <a:round/>
            <a:headEnd len="med" w="med" type="none"/>
            <a:tailEnd len="med" w="med" type="triangle"/>
          </a:ln>
        </p:spPr>
      </p:cxnSp>
      <p:cxnSp>
        <p:nvCxnSpPr>
          <p:cNvPr id="1298" name="Google Shape;1298;p24"/>
          <p:cNvCxnSpPr>
            <a:stCxn id="1299" idx="2"/>
            <a:endCxn id="1249" idx="0"/>
          </p:cNvCxnSpPr>
          <p:nvPr/>
        </p:nvCxnSpPr>
        <p:spPr>
          <a:xfrm flipH="1" rot="-5400000">
            <a:off x="2132413" y="3427199"/>
            <a:ext cx="946200" cy="2100"/>
          </a:xfrm>
          <a:prstGeom prst="bentConnector3">
            <a:avLst>
              <a:gd fmla="val 50004" name="adj1"/>
            </a:avLst>
          </a:prstGeom>
          <a:noFill/>
          <a:ln cap="flat" cmpd="sng" w="19050">
            <a:solidFill>
              <a:srgbClr val="000000"/>
            </a:solidFill>
            <a:prstDash val="solid"/>
            <a:round/>
            <a:headEnd len="med" w="med" type="none"/>
            <a:tailEnd len="med" w="med" type="triangle"/>
          </a:ln>
        </p:spPr>
      </p:cxnSp>
      <p:cxnSp>
        <p:nvCxnSpPr>
          <p:cNvPr id="1300" name="Google Shape;1300;p24"/>
          <p:cNvCxnSpPr>
            <a:stCxn id="1236" idx="2"/>
            <a:endCxn id="1299" idx="0"/>
          </p:cNvCxnSpPr>
          <p:nvPr/>
        </p:nvCxnSpPr>
        <p:spPr>
          <a:xfrm flipH="1" rot="-5400000">
            <a:off x="1692187" y="1702275"/>
            <a:ext cx="1825800" cy="600"/>
          </a:xfrm>
          <a:prstGeom prst="bentConnector3">
            <a:avLst>
              <a:gd fmla="val 50002" name="adj1"/>
            </a:avLst>
          </a:prstGeom>
          <a:noFill/>
          <a:ln cap="flat" cmpd="sng" w="19050">
            <a:solidFill>
              <a:srgbClr val="000000"/>
            </a:solidFill>
            <a:prstDash val="solid"/>
            <a:round/>
            <a:headEnd len="med" w="med" type="none"/>
            <a:tailEnd len="med" w="med" type="triangle"/>
          </a:ln>
        </p:spPr>
      </p:cxnSp>
      <p:cxnSp>
        <p:nvCxnSpPr>
          <p:cNvPr id="1301" name="Google Shape;1301;p24"/>
          <p:cNvCxnSpPr>
            <a:stCxn id="1302" idx="3"/>
            <a:endCxn id="1303" idx="3"/>
          </p:cNvCxnSpPr>
          <p:nvPr/>
        </p:nvCxnSpPr>
        <p:spPr>
          <a:xfrm flipH="1">
            <a:off x="8873787" y="1928470"/>
            <a:ext cx="900" cy="2571900"/>
          </a:xfrm>
          <a:prstGeom prst="bentConnector3">
            <a:avLst>
              <a:gd fmla="val -26458333" name="adj1"/>
            </a:avLst>
          </a:prstGeom>
          <a:noFill/>
          <a:ln cap="flat" cmpd="sng" w="19050">
            <a:solidFill>
              <a:srgbClr val="000000"/>
            </a:solidFill>
            <a:prstDash val="solid"/>
            <a:round/>
            <a:headEnd len="med" w="med" type="none"/>
            <a:tailEnd len="med" w="med" type="triangle"/>
          </a:ln>
        </p:spPr>
      </p:cxnSp>
      <p:cxnSp>
        <p:nvCxnSpPr>
          <p:cNvPr id="1304" name="Google Shape;1304;p24"/>
          <p:cNvCxnSpPr>
            <a:stCxn id="1302" idx="3"/>
            <a:endCxn id="1305" idx="3"/>
          </p:cNvCxnSpPr>
          <p:nvPr/>
        </p:nvCxnSpPr>
        <p:spPr>
          <a:xfrm>
            <a:off x="8874687" y="1928470"/>
            <a:ext cx="76800" cy="1714500"/>
          </a:xfrm>
          <a:prstGeom prst="bentConnector3">
            <a:avLst>
              <a:gd fmla="val 311410" name="adj1"/>
            </a:avLst>
          </a:prstGeom>
          <a:noFill/>
          <a:ln cap="flat" cmpd="sng" w="19050">
            <a:solidFill>
              <a:srgbClr val="000000"/>
            </a:solidFill>
            <a:prstDash val="solid"/>
            <a:round/>
            <a:headEnd len="med" w="med" type="none"/>
            <a:tailEnd len="med" w="med" type="triangle"/>
          </a:ln>
        </p:spPr>
      </p:cxnSp>
      <p:cxnSp>
        <p:nvCxnSpPr>
          <p:cNvPr id="1306" name="Google Shape;1306;p24"/>
          <p:cNvCxnSpPr>
            <a:stCxn id="1302" idx="3"/>
            <a:endCxn id="1307" idx="3"/>
          </p:cNvCxnSpPr>
          <p:nvPr/>
        </p:nvCxnSpPr>
        <p:spPr>
          <a:xfrm>
            <a:off x="8874687" y="1928470"/>
            <a:ext cx="600" cy="857100"/>
          </a:xfrm>
          <a:prstGeom prst="bentConnector3">
            <a:avLst>
              <a:gd fmla="val 39687500" name="adj1"/>
            </a:avLst>
          </a:prstGeom>
          <a:noFill/>
          <a:ln cap="flat" cmpd="sng" w="19050">
            <a:solidFill>
              <a:srgbClr val="000000"/>
            </a:solidFill>
            <a:prstDash val="solid"/>
            <a:round/>
            <a:headEnd len="med" w="med" type="none"/>
            <a:tailEnd len="med" w="med" type="triangle"/>
          </a:ln>
        </p:spPr>
      </p:cxnSp>
      <p:cxnSp>
        <p:nvCxnSpPr>
          <p:cNvPr id="1308" name="Google Shape;1308;p24"/>
          <p:cNvCxnSpPr>
            <a:stCxn id="1309" idx="2"/>
            <a:endCxn id="1302" idx="0"/>
          </p:cNvCxnSpPr>
          <p:nvPr/>
        </p:nvCxnSpPr>
        <p:spPr>
          <a:xfrm rot="5400000">
            <a:off x="8030134" y="1284725"/>
            <a:ext cx="946200" cy="1500"/>
          </a:xfrm>
          <a:prstGeom prst="bentConnector3">
            <a:avLst>
              <a:gd fmla="val 50005" name="adj1"/>
            </a:avLst>
          </a:prstGeom>
          <a:noFill/>
          <a:ln cap="flat" cmpd="sng" w="19050">
            <a:solidFill>
              <a:srgbClr val="000000"/>
            </a:solidFill>
            <a:prstDash val="solid"/>
            <a:round/>
            <a:headEnd len="med" w="med" type="none"/>
            <a:tailEnd len="med" w="med" type="triangle"/>
          </a:ln>
        </p:spPr>
      </p:cxnSp>
      <p:cxnSp>
        <p:nvCxnSpPr>
          <p:cNvPr id="1310" name="Google Shape;1310;p24"/>
          <p:cNvCxnSpPr>
            <a:stCxn id="1302" idx="3"/>
            <a:endCxn id="1311" idx="3"/>
          </p:cNvCxnSpPr>
          <p:nvPr/>
        </p:nvCxnSpPr>
        <p:spPr>
          <a:xfrm>
            <a:off x="8874687" y="1928470"/>
            <a:ext cx="600" cy="428700"/>
          </a:xfrm>
          <a:prstGeom prst="bentConnector3">
            <a:avLst>
              <a:gd fmla="val 39687500" name="adj1"/>
            </a:avLst>
          </a:prstGeom>
          <a:noFill/>
          <a:ln cap="flat" cmpd="sng" w="19050">
            <a:solidFill>
              <a:srgbClr val="000000"/>
            </a:solidFill>
            <a:prstDash val="solid"/>
            <a:round/>
            <a:headEnd len="med" w="med" type="none"/>
            <a:tailEnd len="med" w="med" type="triangle"/>
          </a:ln>
        </p:spPr>
      </p:cxnSp>
      <p:grpSp>
        <p:nvGrpSpPr>
          <p:cNvPr id="1312" name="Google Shape;1312;p24"/>
          <p:cNvGrpSpPr/>
          <p:nvPr/>
        </p:nvGrpSpPr>
        <p:grpSpPr>
          <a:xfrm>
            <a:off x="8129474" y="472775"/>
            <a:ext cx="822034" cy="4197276"/>
            <a:chOff x="12955141" y="43825"/>
            <a:chExt cx="922907" cy="4197276"/>
          </a:xfrm>
        </p:grpSpPr>
        <p:sp>
          <p:nvSpPr>
            <p:cNvPr id="1311" name="Google Shape;1311;p24"/>
            <p:cNvSpPr txBox="1"/>
            <p:nvPr/>
          </p:nvSpPr>
          <p:spPr>
            <a:xfrm>
              <a:off x="12956001" y="1758344"/>
              <a:ext cx="835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a:t>
              </a:r>
              <a:endParaRPr b="1" sz="800"/>
            </a:p>
            <a:p>
              <a:pPr indent="0" lvl="0" marL="0" rtl="0" algn="ctr">
                <a:spcBef>
                  <a:spcPts val="0"/>
                </a:spcBef>
                <a:spcAft>
                  <a:spcPts val="0"/>
                </a:spcAft>
                <a:buNone/>
              </a:pPr>
              <a:r>
                <a:rPr b="1" lang="en" sz="800"/>
                <a:t>Snares</a:t>
              </a:r>
              <a:endParaRPr b="1" sz="800"/>
            </a:p>
          </p:txBody>
        </p:sp>
        <p:sp>
          <p:nvSpPr>
            <p:cNvPr id="1302" name="Google Shape;1302;p24"/>
            <p:cNvSpPr txBox="1"/>
            <p:nvPr/>
          </p:nvSpPr>
          <p:spPr>
            <a:xfrm>
              <a:off x="12956001" y="1329720"/>
              <a:ext cx="835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Snare</a:t>
              </a:r>
              <a:endParaRPr b="1" sz="800"/>
            </a:p>
            <a:p>
              <a:pPr indent="0" lvl="0" marL="0" rtl="0" algn="ctr">
                <a:spcBef>
                  <a:spcPts val="0"/>
                </a:spcBef>
                <a:spcAft>
                  <a:spcPts val="0"/>
                </a:spcAft>
                <a:buNone/>
              </a:pPr>
              <a:r>
                <a:rPr b="1" lang="en" sz="800"/>
                <a:t>Specialist</a:t>
              </a:r>
              <a:endParaRPr b="1" sz="800"/>
            </a:p>
          </p:txBody>
        </p:sp>
        <p:sp>
          <p:nvSpPr>
            <p:cNvPr id="1307" name="Google Shape;1307;p24"/>
            <p:cNvSpPr txBox="1"/>
            <p:nvPr/>
          </p:nvSpPr>
          <p:spPr>
            <a:xfrm>
              <a:off x="12956001" y="2186968"/>
              <a:ext cx="835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128000" spcFirstLastPara="1" rIns="9125" wrap="square" tIns="9125">
              <a:noAutofit/>
            </a:bodyPr>
            <a:lstStyle/>
            <a:p>
              <a:pPr indent="0" lvl="0" marL="0" rtl="0" algn="ctr">
                <a:spcBef>
                  <a:spcPts val="0"/>
                </a:spcBef>
                <a:spcAft>
                  <a:spcPts val="0"/>
                </a:spcAft>
                <a:buNone/>
              </a:pPr>
              <a:r>
                <a:rPr b="1" lang="en" sz="800"/>
                <a:t>Powerful</a:t>
              </a:r>
              <a:endParaRPr b="1" sz="800"/>
            </a:p>
            <a:p>
              <a:pPr indent="0" lvl="0" marL="0" rtl="0" algn="ctr">
                <a:spcBef>
                  <a:spcPts val="0"/>
                </a:spcBef>
                <a:spcAft>
                  <a:spcPts val="0"/>
                </a:spcAft>
                <a:buNone/>
              </a:pPr>
              <a:r>
                <a:rPr b="1" lang="en" sz="800"/>
                <a:t>Snares</a:t>
              </a:r>
              <a:endParaRPr b="1" sz="800"/>
            </a:p>
          </p:txBody>
        </p:sp>
        <p:sp>
          <p:nvSpPr>
            <p:cNvPr id="1305" name="Google Shape;1305;p24"/>
            <p:cNvSpPr txBox="1"/>
            <p:nvPr/>
          </p:nvSpPr>
          <p:spPr>
            <a:xfrm>
              <a:off x="13274149" y="3044250"/>
              <a:ext cx="603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25" wrap="square" tIns="9125">
              <a:noAutofit/>
            </a:bodyPr>
            <a:lstStyle/>
            <a:p>
              <a:pPr indent="0" lvl="0" marL="0" rtl="0" algn="r">
                <a:spcBef>
                  <a:spcPts val="0"/>
                </a:spcBef>
                <a:spcAft>
                  <a:spcPts val="0"/>
                </a:spcAft>
                <a:buNone/>
              </a:pPr>
              <a:r>
                <a:rPr b="1" lang="en" sz="800"/>
                <a:t>Lightning</a:t>
              </a:r>
              <a:endParaRPr b="1" sz="800"/>
            </a:p>
            <a:p>
              <a:pPr indent="0" lvl="0" marL="0" rtl="0" algn="r">
                <a:spcBef>
                  <a:spcPts val="0"/>
                </a:spcBef>
                <a:spcAft>
                  <a:spcPts val="0"/>
                </a:spcAft>
                <a:buNone/>
              </a:pPr>
              <a:r>
                <a:rPr b="1" lang="en" sz="800"/>
                <a:t>Snares</a:t>
              </a:r>
              <a:endParaRPr b="1" sz="800"/>
            </a:p>
          </p:txBody>
        </p:sp>
        <p:sp>
          <p:nvSpPr>
            <p:cNvPr id="1303" name="Google Shape;1303;p24"/>
            <p:cNvSpPr txBox="1"/>
            <p:nvPr/>
          </p:nvSpPr>
          <p:spPr>
            <a:xfrm>
              <a:off x="12955141" y="3901501"/>
              <a:ext cx="8358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Ubiquitous</a:t>
              </a:r>
              <a:endParaRPr b="1" sz="800"/>
            </a:p>
            <a:p>
              <a:pPr indent="0" lvl="0" marL="0" rtl="0" algn="ctr">
                <a:spcBef>
                  <a:spcPts val="0"/>
                </a:spcBef>
                <a:spcAft>
                  <a:spcPts val="0"/>
                </a:spcAft>
                <a:buNone/>
              </a:pPr>
              <a:r>
                <a:rPr b="1" lang="en" sz="800"/>
                <a:t>Snares</a:t>
              </a:r>
              <a:endParaRPr b="1" sz="800"/>
            </a:p>
          </p:txBody>
        </p:sp>
        <p:sp>
          <p:nvSpPr>
            <p:cNvPr id="1309" name="Google Shape;1309;p24"/>
            <p:cNvSpPr txBox="1"/>
            <p:nvPr/>
          </p:nvSpPr>
          <p:spPr>
            <a:xfrm>
              <a:off x="12957709" y="43825"/>
              <a:ext cx="835800" cy="339600"/>
            </a:xfrm>
            <a:prstGeom prst="rect">
              <a:avLst/>
            </a:prstGeom>
            <a:solidFill>
              <a:srgbClr val="B4A7D6"/>
            </a:solidFill>
            <a:ln cap="flat" cmpd="sng" w="19050">
              <a:solidFill>
                <a:srgbClr val="99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Snare Crafting</a:t>
              </a:r>
              <a:endParaRPr b="1" sz="800"/>
            </a:p>
          </p:txBody>
        </p:sp>
      </p:grpSp>
      <p:sp>
        <p:nvSpPr>
          <p:cNvPr id="1313" name="Google Shape;1313;p24"/>
          <p:cNvSpPr txBox="1"/>
          <p:nvPr/>
        </p:nvSpPr>
        <p:spPr>
          <a:xfrm>
            <a:off x="5216975" y="3044550"/>
            <a:ext cx="665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Double Prey</a:t>
            </a:r>
            <a:endParaRPr b="1" sz="800"/>
          </a:p>
        </p:txBody>
      </p:sp>
      <p:sp>
        <p:nvSpPr>
          <p:cNvPr id="1299" name="Google Shape;1299;p24"/>
          <p:cNvSpPr txBox="1"/>
          <p:nvPr/>
        </p:nvSpPr>
        <p:spPr>
          <a:xfrm>
            <a:off x="2199463" y="2615549"/>
            <a:ext cx="8100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Master</a:t>
            </a:r>
            <a:endParaRPr b="1" sz="800"/>
          </a:p>
          <a:p>
            <a:pPr indent="0" lvl="0" marL="0" rtl="0" algn="ctr">
              <a:spcBef>
                <a:spcPts val="0"/>
              </a:spcBef>
              <a:spcAft>
                <a:spcPts val="0"/>
              </a:spcAft>
              <a:buNone/>
            </a:pPr>
            <a:r>
              <a:rPr b="1" lang="en" sz="800"/>
              <a:t>Monster Hunter</a:t>
            </a:r>
            <a:endParaRPr b="1" sz="800"/>
          </a:p>
        </p:txBody>
      </p:sp>
      <p:cxnSp>
        <p:nvCxnSpPr>
          <p:cNvPr id="1314" name="Google Shape;1314;p24"/>
          <p:cNvCxnSpPr>
            <a:stCxn id="1236" idx="2"/>
            <a:endCxn id="1315" idx="1"/>
          </p:cNvCxnSpPr>
          <p:nvPr/>
        </p:nvCxnSpPr>
        <p:spPr>
          <a:xfrm flipH="1" rot="-5400000">
            <a:off x="2548387" y="846075"/>
            <a:ext cx="281100" cy="168300"/>
          </a:xfrm>
          <a:prstGeom prst="bentConnector2">
            <a:avLst/>
          </a:prstGeom>
          <a:noFill/>
          <a:ln cap="flat" cmpd="sng" w="19050">
            <a:solidFill>
              <a:srgbClr val="000000"/>
            </a:solidFill>
            <a:prstDash val="solid"/>
            <a:round/>
            <a:headEnd len="med" w="med" type="none"/>
            <a:tailEnd len="med" w="med" type="triangle"/>
          </a:ln>
        </p:spPr>
      </p:cxnSp>
      <p:cxnSp>
        <p:nvCxnSpPr>
          <p:cNvPr id="1316" name="Google Shape;1316;p24"/>
          <p:cNvCxnSpPr>
            <a:endCxn id="1283" idx="1"/>
          </p:cNvCxnSpPr>
          <p:nvPr/>
        </p:nvCxnSpPr>
        <p:spPr>
          <a:xfrm flipH="1" rot="-5400000">
            <a:off x="2397626" y="2095362"/>
            <a:ext cx="2281200" cy="815400"/>
          </a:xfrm>
          <a:prstGeom prst="bentConnector2">
            <a:avLst/>
          </a:prstGeom>
          <a:noFill/>
          <a:ln cap="flat" cmpd="sng" w="19050">
            <a:solidFill>
              <a:srgbClr val="000000"/>
            </a:solidFill>
            <a:prstDash val="solid"/>
            <a:round/>
            <a:headEnd len="med" w="med" type="none"/>
            <a:tailEnd len="med" w="med" type="triangle"/>
          </a:ln>
        </p:spPr>
      </p:cxnSp>
      <p:cxnSp>
        <p:nvCxnSpPr>
          <p:cNvPr id="1317" name="Google Shape;1317;p24"/>
          <p:cNvCxnSpPr>
            <a:stCxn id="1262" idx="2"/>
            <a:endCxn id="1263" idx="0"/>
          </p:cNvCxnSpPr>
          <p:nvPr/>
        </p:nvCxnSpPr>
        <p:spPr>
          <a:xfrm rot="5400000">
            <a:off x="4677383" y="1713695"/>
            <a:ext cx="945600" cy="9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318" name="Google Shape;1318;p24"/>
          <p:cNvCxnSpPr/>
          <p:nvPr/>
        </p:nvCxnSpPr>
        <p:spPr>
          <a:xfrm flipH="1" rot="10800000">
            <a:off x="3128089" y="1360225"/>
            <a:ext cx="461100" cy="300"/>
          </a:xfrm>
          <a:prstGeom prst="straightConnector1">
            <a:avLst/>
          </a:prstGeom>
          <a:noFill/>
          <a:ln cap="flat" cmpd="sng" w="19050">
            <a:solidFill>
              <a:srgbClr val="000000"/>
            </a:solidFill>
            <a:prstDash val="solid"/>
            <a:round/>
            <a:headEnd len="med" w="med" type="none"/>
            <a:tailEnd len="med" w="med" type="none"/>
          </a:ln>
        </p:spPr>
      </p:cxnSp>
      <p:cxnSp>
        <p:nvCxnSpPr>
          <p:cNvPr id="1319" name="Google Shape;1319;p24"/>
          <p:cNvCxnSpPr/>
          <p:nvPr/>
        </p:nvCxnSpPr>
        <p:spPr>
          <a:xfrm rot="5400000">
            <a:off x="3314575" y="1093525"/>
            <a:ext cx="549000" cy="0"/>
          </a:xfrm>
          <a:prstGeom prst="straightConnector1">
            <a:avLst/>
          </a:prstGeom>
          <a:noFill/>
          <a:ln cap="flat" cmpd="sng" w="19050">
            <a:solidFill>
              <a:srgbClr val="000000"/>
            </a:solidFill>
            <a:prstDash val="solid"/>
            <a:round/>
            <a:headEnd len="med" w="med" type="none"/>
            <a:tailEnd len="med" w="med" type="none"/>
          </a:ln>
        </p:spPr>
      </p:cxnSp>
      <p:grpSp>
        <p:nvGrpSpPr>
          <p:cNvPr id="1320" name="Google Shape;1320;p24"/>
          <p:cNvGrpSpPr/>
          <p:nvPr/>
        </p:nvGrpSpPr>
        <p:grpSpPr>
          <a:xfrm>
            <a:off x="6612225" y="472388"/>
            <a:ext cx="764400" cy="1625488"/>
            <a:chOff x="6612225" y="472388"/>
            <a:chExt cx="764400" cy="1625488"/>
          </a:xfrm>
        </p:grpSpPr>
        <p:sp>
          <p:nvSpPr>
            <p:cNvPr id="1321" name="Google Shape;1321;p24"/>
            <p:cNvSpPr txBox="1"/>
            <p:nvPr/>
          </p:nvSpPr>
          <p:spPr>
            <a:xfrm>
              <a:off x="6612225" y="1758275"/>
              <a:ext cx="7644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Swift Tracker</a:t>
              </a:r>
              <a:endParaRPr b="1" sz="800"/>
            </a:p>
          </p:txBody>
        </p:sp>
        <p:sp>
          <p:nvSpPr>
            <p:cNvPr id="1322" name="Google Shape;1322;p24"/>
            <p:cNvSpPr txBox="1"/>
            <p:nvPr/>
          </p:nvSpPr>
          <p:spPr>
            <a:xfrm>
              <a:off x="6622273" y="472388"/>
              <a:ext cx="744300" cy="339600"/>
            </a:xfrm>
            <a:prstGeom prst="rect">
              <a:avLst/>
            </a:prstGeom>
            <a:solidFill>
              <a:srgbClr val="B4A7D6"/>
            </a:solidFill>
            <a:ln cap="flat" cmpd="sng" w="19050">
              <a:solidFill>
                <a:srgbClr val="99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Experienced Tracker</a:t>
              </a:r>
              <a:endParaRPr b="1" sz="800"/>
            </a:p>
          </p:txBody>
        </p:sp>
      </p:grpSp>
      <p:cxnSp>
        <p:nvCxnSpPr>
          <p:cNvPr id="1323" name="Google Shape;1323;p24"/>
          <p:cNvCxnSpPr>
            <a:stCxn id="1322" idx="2"/>
            <a:endCxn id="1321" idx="0"/>
          </p:cNvCxnSpPr>
          <p:nvPr/>
        </p:nvCxnSpPr>
        <p:spPr>
          <a:xfrm flipH="1" rot="-5400000">
            <a:off x="6521623" y="1284788"/>
            <a:ext cx="946200" cy="600"/>
          </a:xfrm>
          <a:prstGeom prst="bentConnector3">
            <a:avLst>
              <a:gd fmla="val 50005" name="adj1"/>
            </a:avLst>
          </a:prstGeom>
          <a:noFill/>
          <a:ln cap="flat" cmpd="sng" w="19050">
            <a:solidFill>
              <a:srgbClr val="000000"/>
            </a:solidFill>
            <a:prstDash val="solid"/>
            <a:round/>
            <a:headEnd len="med" w="med" type="none"/>
            <a:tailEnd len="med" w="med" type="triangle"/>
          </a:ln>
        </p:spPr>
      </p:cxnSp>
      <p:pic>
        <p:nvPicPr>
          <p:cNvPr id="1324" name="Google Shape;1324;p24"/>
          <p:cNvPicPr preferRelativeResize="0"/>
          <p:nvPr/>
        </p:nvPicPr>
        <p:blipFill>
          <a:blip r:embed="rId3">
            <a:alphaModFix/>
          </a:blip>
          <a:stretch>
            <a:fillRect/>
          </a:stretch>
        </p:blipFill>
        <p:spPr>
          <a:xfrm>
            <a:off x="5550369" y="473425"/>
            <a:ext cx="181700" cy="176775"/>
          </a:xfrm>
          <a:prstGeom prst="rect">
            <a:avLst/>
          </a:prstGeom>
          <a:noFill/>
          <a:ln cap="flat" cmpd="sng" w="9525">
            <a:solidFill>
              <a:srgbClr val="000000"/>
            </a:solidFill>
            <a:prstDash val="solid"/>
            <a:round/>
            <a:headEnd len="sm" w="sm" type="none"/>
            <a:tailEnd len="sm" w="sm" type="none"/>
          </a:ln>
        </p:spPr>
      </p:pic>
      <p:pic>
        <p:nvPicPr>
          <p:cNvPr id="1325" name="Google Shape;1325;p24"/>
          <p:cNvPicPr preferRelativeResize="0"/>
          <p:nvPr/>
        </p:nvPicPr>
        <p:blipFill>
          <a:blip r:embed="rId3">
            <a:alphaModFix/>
          </a:blip>
          <a:stretch>
            <a:fillRect/>
          </a:stretch>
        </p:blipFill>
        <p:spPr>
          <a:xfrm>
            <a:off x="4728944" y="473425"/>
            <a:ext cx="181700" cy="176775"/>
          </a:xfrm>
          <a:prstGeom prst="rect">
            <a:avLst/>
          </a:prstGeom>
          <a:noFill/>
          <a:ln cap="flat" cmpd="sng" w="9525">
            <a:solidFill>
              <a:srgbClr val="000000"/>
            </a:solidFill>
            <a:prstDash val="solid"/>
            <a:round/>
            <a:headEnd len="sm" w="sm" type="none"/>
            <a:tailEnd len="sm" w="sm" type="none"/>
          </a:ln>
        </p:spPr>
      </p:pic>
      <p:pic>
        <p:nvPicPr>
          <p:cNvPr id="1326" name="Google Shape;1326;p24"/>
          <p:cNvPicPr preferRelativeResize="0"/>
          <p:nvPr/>
        </p:nvPicPr>
        <p:blipFill>
          <a:blip r:embed="rId3">
            <a:alphaModFix/>
          </a:blip>
          <a:stretch>
            <a:fillRect/>
          </a:stretch>
        </p:blipFill>
        <p:spPr>
          <a:xfrm>
            <a:off x="1441781" y="901738"/>
            <a:ext cx="181700" cy="176775"/>
          </a:xfrm>
          <a:prstGeom prst="rect">
            <a:avLst/>
          </a:prstGeom>
          <a:noFill/>
          <a:ln cap="flat" cmpd="sng" w="9525">
            <a:solidFill>
              <a:srgbClr val="000000"/>
            </a:solidFill>
            <a:prstDash val="solid"/>
            <a:round/>
            <a:headEnd len="sm" w="sm" type="none"/>
            <a:tailEnd len="sm" w="sm" type="none"/>
          </a:ln>
        </p:spPr>
      </p:pic>
      <p:pic>
        <p:nvPicPr>
          <p:cNvPr id="1327" name="Google Shape;1327;p24"/>
          <p:cNvPicPr preferRelativeResize="0"/>
          <p:nvPr/>
        </p:nvPicPr>
        <p:blipFill>
          <a:blip r:embed="rId3">
            <a:alphaModFix/>
          </a:blip>
          <a:stretch>
            <a:fillRect/>
          </a:stretch>
        </p:blipFill>
        <p:spPr>
          <a:xfrm>
            <a:off x="1458594" y="1329700"/>
            <a:ext cx="181700" cy="176775"/>
          </a:xfrm>
          <a:prstGeom prst="rect">
            <a:avLst/>
          </a:prstGeom>
          <a:noFill/>
          <a:ln cap="flat" cmpd="sng" w="9525">
            <a:solidFill>
              <a:srgbClr val="000000"/>
            </a:solidFill>
            <a:prstDash val="solid"/>
            <a:round/>
            <a:headEnd len="sm" w="sm" type="none"/>
            <a:tailEnd len="sm" w="sm" type="none"/>
          </a:ln>
        </p:spPr>
      </p:pic>
      <p:pic>
        <p:nvPicPr>
          <p:cNvPr id="1328" name="Google Shape;1328;p24"/>
          <p:cNvPicPr preferRelativeResize="0"/>
          <p:nvPr/>
        </p:nvPicPr>
        <p:blipFill>
          <a:blip r:embed="rId4">
            <a:alphaModFix/>
          </a:blip>
          <a:stretch>
            <a:fillRect/>
          </a:stretch>
        </p:blipFill>
        <p:spPr>
          <a:xfrm>
            <a:off x="8172513" y="901745"/>
            <a:ext cx="271018" cy="186325"/>
          </a:xfrm>
          <a:prstGeom prst="rect">
            <a:avLst/>
          </a:prstGeom>
          <a:noFill/>
          <a:ln cap="flat" cmpd="sng" w="9525">
            <a:solidFill>
              <a:srgbClr val="000000"/>
            </a:solidFill>
            <a:prstDash val="solid"/>
            <a:round/>
            <a:headEnd len="sm" w="sm" type="none"/>
            <a:tailEnd len="sm" w="sm" type="none"/>
          </a:ln>
        </p:spPr>
      </p:pic>
      <p:pic>
        <p:nvPicPr>
          <p:cNvPr id="1329" name="Google Shape;1329;p24"/>
          <p:cNvPicPr preferRelativeResize="0"/>
          <p:nvPr/>
        </p:nvPicPr>
        <p:blipFill>
          <a:blip r:embed="rId5">
            <a:alphaModFix/>
          </a:blip>
          <a:stretch>
            <a:fillRect/>
          </a:stretch>
        </p:blipFill>
        <p:spPr>
          <a:xfrm>
            <a:off x="8962125" y="1328454"/>
            <a:ext cx="191500" cy="181421"/>
          </a:xfrm>
          <a:prstGeom prst="rect">
            <a:avLst/>
          </a:prstGeom>
          <a:noFill/>
          <a:ln cap="flat" cmpd="sng" w="9525">
            <a:solidFill>
              <a:srgbClr val="000000"/>
            </a:solidFill>
            <a:prstDash val="solid"/>
            <a:round/>
            <a:headEnd len="sm" w="sm" type="none"/>
            <a:tailEnd len="sm" w="sm" type="none"/>
          </a:ln>
        </p:spPr>
      </p:pic>
      <p:pic>
        <p:nvPicPr>
          <p:cNvPr id="1330" name="Google Shape;1330;p24"/>
          <p:cNvPicPr preferRelativeResize="0"/>
          <p:nvPr/>
        </p:nvPicPr>
        <p:blipFill>
          <a:blip r:embed="rId3">
            <a:alphaModFix/>
          </a:blip>
          <a:stretch>
            <a:fillRect/>
          </a:stretch>
        </p:blipFill>
        <p:spPr>
          <a:xfrm>
            <a:off x="7771219" y="1330775"/>
            <a:ext cx="181700" cy="176775"/>
          </a:xfrm>
          <a:prstGeom prst="rect">
            <a:avLst/>
          </a:prstGeom>
          <a:noFill/>
          <a:ln cap="flat" cmpd="sng" w="9525">
            <a:solidFill>
              <a:srgbClr val="000000"/>
            </a:solidFill>
            <a:prstDash val="solid"/>
            <a:round/>
            <a:headEnd len="sm" w="sm" type="none"/>
            <a:tailEnd len="sm" w="sm" type="none"/>
          </a:ln>
        </p:spPr>
      </p:pic>
      <p:pic>
        <p:nvPicPr>
          <p:cNvPr id="1331" name="Google Shape;1331;p24"/>
          <p:cNvPicPr preferRelativeResize="0"/>
          <p:nvPr/>
        </p:nvPicPr>
        <p:blipFill>
          <a:blip r:embed="rId3">
            <a:alphaModFix/>
          </a:blip>
          <a:stretch>
            <a:fillRect/>
          </a:stretch>
        </p:blipFill>
        <p:spPr>
          <a:xfrm>
            <a:off x="6236094" y="2185875"/>
            <a:ext cx="181700" cy="176775"/>
          </a:xfrm>
          <a:prstGeom prst="rect">
            <a:avLst/>
          </a:prstGeom>
          <a:noFill/>
          <a:ln cap="flat" cmpd="sng" w="9525">
            <a:solidFill>
              <a:srgbClr val="000000"/>
            </a:solidFill>
            <a:prstDash val="solid"/>
            <a:round/>
            <a:headEnd len="sm" w="sm" type="none"/>
            <a:tailEnd len="sm" w="sm" type="none"/>
          </a:ln>
        </p:spPr>
      </p:pic>
      <p:pic>
        <p:nvPicPr>
          <p:cNvPr id="1332" name="Google Shape;1332;p24"/>
          <p:cNvPicPr preferRelativeResize="0"/>
          <p:nvPr/>
        </p:nvPicPr>
        <p:blipFill>
          <a:blip r:embed="rId4">
            <a:alphaModFix/>
          </a:blip>
          <a:stretch>
            <a:fillRect/>
          </a:stretch>
        </p:blipFill>
        <p:spPr>
          <a:xfrm>
            <a:off x="1458600" y="2616570"/>
            <a:ext cx="271018" cy="186325"/>
          </a:xfrm>
          <a:prstGeom prst="rect">
            <a:avLst/>
          </a:prstGeom>
          <a:noFill/>
          <a:ln cap="flat" cmpd="sng" w="9525">
            <a:solidFill>
              <a:srgbClr val="000000"/>
            </a:solidFill>
            <a:prstDash val="solid"/>
            <a:round/>
            <a:headEnd len="sm" w="sm" type="none"/>
            <a:tailEnd len="sm" w="sm" type="none"/>
          </a:ln>
        </p:spPr>
      </p:pic>
      <p:pic>
        <p:nvPicPr>
          <p:cNvPr id="1333" name="Google Shape;1333;p24"/>
          <p:cNvPicPr preferRelativeResize="0"/>
          <p:nvPr/>
        </p:nvPicPr>
        <p:blipFill>
          <a:blip r:embed="rId3">
            <a:alphaModFix/>
          </a:blip>
          <a:stretch>
            <a:fillRect/>
          </a:stretch>
        </p:blipFill>
        <p:spPr>
          <a:xfrm>
            <a:off x="7209644" y="3044550"/>
            <a:ext cx="181700" cy="176775"/>
          </a:xfrm>
          <a:prstGeom prst="rect">
            <a:avLst/>
          </a:prstGeom>
          <a:noFill/>
          <a:ln cap="flat" cmpd="sng" w="9525">
            <a:solidFill>
              <a:srgbClr val="000000"/>
            </a:solidFill>
            <a:prstDash val="solid"/>
            <a:round/>
            <a:headEnd len="sm" w="sm" type="none"/>
            <a:tailEnd len="sm" w="sm" type="none"/>
          </a:ln>
        </p:spPr>
      </p:pic>
      <p:pic>
        <p:nvPicPr>
          <p:cNvPr id="1334" name="Google Shape;1334;p24"/>
          <p:cNvPicPr preferRelativeResize="0"/>
          <p:nvPr/>
        </p:nvPicPr>
        <p:blipFill>
          <a:blip r:embed="rId6">
            <a:alphaModFix/>
          </a:blip>
          <a:stretch>
            <a:fillRect/>
          </a:stretch>
        </p:blipFill>
        <p:spPr>
          <a:xfrm>
            <a:off x="2004265" y="3472849"/>
            <a:ext cx="209060" cy="186325"/>
          </a:xfrm>
          <a:prstGeom prst="rect">
            <a:avLst/>
          </a:prstGeom>
          <a:noFill/>
          <a:ln cap="flat" cmpd="sng" w="9525">
            <a:solidFill>
              <a:srgbClr val="000000"/>
            </a:solidFill>
            <a:prstDash val="solid"/>
            <a:round/>
            <a:headEnd len="sm" w="sm" type="none"/>
            <a:tailEnd len="sm" w="sm" type="none"/>
          </a:ln>
        </p:spPr>
      </p:pic>
      <p:pic>
        <p:nvPicPr>
          <p:cNvPr id="1335" name="Google Shape;1335;p24"/>
          <p:cNvPicPr preferRelativeResize="0"/>
          <p:nvPr/>
        </p:nvPicPr>
        <p:blipFill>
          <a:blip r:embed="rId6">
            <a:alphaModFix/>
          </a:blip>
          <a:stretch>
            <a:fillRect/>
          </a:stretch>
        </p:blipFill>
        <p:spPr>
          <a:xfrm>
            <a:off x="7734278" y="2615737"/>
            <a:ext cx="209060" cy="186325"/>
          </a:xfrm>
          <a:prstGeom prst="rect">
            <a:avLst/>
          </a:prstGeom>
          <a:noFill/>
          <a:ln cap="flat" cmpd="sng" w="9525">
            <a:solidFill>
              <a:srgbClr val="000000"/>
            </a:solidFill>
            <a:prstDash val="solid"/>
            <a:round/>
            <a:headEnd len="sm" w="sm" type="none"/>
            <a:tailEnd len="sm" w="sm" type="none"/>
          </a:ln>
        </p:spPr>
      </p:pic>
      <p:pic>
        <p:nvPicPr>
          <p:cNvPr id="1336" name="Google Shape;1336;p24"/>
          <p:cNvPicPr preferRelativeResize="0"/>
          <p:nvPr/>
        </p:nvPicPr>
        <p:blipFill>
          <a:blip r:embed="rId3">
            <a:alphaModFix/>
          </a:blip>
          <a:stretch>
            <a:fillRect/>
          </a:stretch>
        </p:blipFill>
        <p:spPr>
          <a:xfrm>
            <a:off x="8148256" y="3472800"/>
            <a:ext cx="181700" cy="176775"/>
          </a:xfrm>
          <a:prstGeom prst="rect">
            <a:avLst/>
          </a:prstGeom>
          <a:noFill/>
          <a:ln cap="flat" cmpd="sng" w="9525">
            <a:solidFill>
              <a:srgbClr val="000000"/>
            </a:solidFill>
            <a:prstDash val="solid"/>
            <a:round/>
            <a:headEnd len="sm" w="sm" type="none"/>
            <a:tailEnd len="sm" w="sm" type="none"/>
          </a:ln>
        </p:spPr>
      </p:pic>
      <p:pic>
        <p:nvPicPr>
          <p:cNvPr id="1337" name="Google Shape;1337;p24"/>
          <p:cNvPicPr preferRelativeResize="0"/>
          <p:nvPr/>
        </p:nvPicPr>
        <p:blipFill>
          <a:blip r:embed="rId7">
            <a:alphaModFix/>
          </a:blip>
          <a:stretch>
            <a:fillRect/>
          </a:stretch>
        </p:blipFill>
        <p:spPr>
          <a:xfrm>
            <a:off x="2643675" y="4329425"/>
            <a:ext cx="328809" cy="186325"/>
          </a:xfrm>
          <a:prstGeom prst="rect">
            <a:avLst/>
          </a:prstGeom>
          <a:noFill/>
          <a:ln cap="flat" cmpd="sng" w="9525">
            <a:solidFill>
              <a:srgbClr val="000000"/>
            </a:solidFill>
            <a:prstDash val="solid"/>
            <a:round/>
            <a:headEnd len="sm" w="sm" type="none"/>
            <a:tailEnd len="sm" w="sm" type="none"/>
          </a:ln>
        </p:spPr>
      </p:pic>
      <p:pic>
        <p:nvPicPr>
          <p:cNvPr id="1338" name="Google Shape;1338;p24"/>
          <p:cNvPicPr preferRelativeResize="0"/>
          <p:nvPr/>
        </p:nvPicPr>
        <p:blipFill>
          <a:blip r:embed="rId7">
            <a:alphaModFix/>
          </a:blip>
          <a:stretch>
            <a:fillRect/>
          </a:stretch>
        </p:blipFill>
        <p:spPr>
          <a:xfrm>
            <a:off x="1601575" y="4330088"/>
            <a:ext cx="328809" cy="186325"/>
          </a:xfrm>
          <a:prstGeom prst="rect">
            <a:avLst/>
          </a:prstGeom>
          <a:noFill/>
          <a:ln cap="flat" cmpd="sng" w="9525">
            <a:solidFill>
              <a:srgbClr val="000000"/>
            </a:solidFill>
            <a:prstDash val="solid"/>
            <a:round/>
            <a:headEnd len="sm" w="sm" type="none"/>
            <a:tailEnd len="sm" w="sm" type="none"/>
          </a:ln>
        </p:spPr>
      </p:pic>
      <p:sp>
        <p:nvSpPr>
          <p:cNvPr id="1339" name="Google Shape;1339;p24"/>
          <p:cNvSpPr txBox="1"/>
          <p:nvPr/>
        </p:nvSpPr>
        <p:spPr>
          <a:xfrm>
            <a:off x="6934088" y="4330100"/>
            <a:ext cx="7317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338325" wrap="square" tIns="9125">
            <a:noAutofit/>
          </a:bodyPr>
          <a:lstStyle/>
          <a:p>
            <a:pPr indent="0" lvl="0" marL="0" rtl="0" algn="ctr">
              <a:spcBef>
                <a:spcPts val="0"/>
              </a:spcBef>
              <a:spcAft>
                <a:spcPts val="0"/>
              </a:spcAft>
              <a:buNone/>
            </a:pPr>
            <a:r>
              <a:rPr b="1" lang="en" sz="800"/>
              <a:t>Perfect</a:t>
            </a:r>
            <a:endParaRPr b="1" sz="800"/>
          </a:p>
          <a:p>
            <a:pPr indent="0" lvl="0" marL="0" rtl="0" algn="ctr">
              <a:spcBef>
                <a:spcPts val="0"/>
              </a:spcBef>
              <a:spcAft>
                <a:spcPts val="0"/>
              </a:spcAft>
              <a:buNone/>
            </a:pPr>
            <a:r>
              <a:rPr b="1" lang="en" sz="800"/>
              <a:t>Shot</a:t>
            </a:r>
            <a:endParaRPr b="1" sz="800"/>
          </a:p>
        </p:txBody>
      </p:sp>
      <p:pic>
        <p:nvPicPr>
          <p:cNvPr id="1340" name="Google Shape;1340;p24"/>
          <p:cNvPicPr preferRelativeResize="0"/>
          <p:nvPr/>
        </p:nvPicPr>
        <p:blipFill>
          <a:blip r:embed="rId7">
            <a:alphaModFix/>
          </a:blip>
          <a:stretch>
            <a:fillRect/>
          </a:stretch>
        </p:blipFill>
        <p:spPr>
          <a:xfrm>
            <a:off x="7337113" y="4330100"/>
            <a:ext cx="328809" cy="186325"/>
          </a:xfrm>
          <a:prstGeom prst="rect">
            <a:avLst/>
          </a:prstGeom>
          <a:noFill/>
          <a:ln cap="flat" cmpd="sng" w="9525">
            <a:solidFill>
              <a:srgbClr val="000000"/>
            </a:solidFill>
            <a:prstDash val="solid"/>
            <a:round/>
            <a:headEnd len="sm" w="sm" type="none"/>
            <a:tailEnd len="sm" w="sm" type="none"/>
          </a:ln>
        </p:spPr>
      </p:pic>
      <p:grpSp>
        <p:nvGrpSpPr>
          <p:cNvPr id="1341" name="Google Shape;1341;p24"/>
          <p:cNvGrpSpPr/>
          <p:nvPr/>
        </p:nvGrpSpPr>
        <p:grpSpPr>
          <a:xfrm>
            <a:off x="1115775" y="4714325"/>
            <a:ext cx="1527900" cy="428700"/>
            <a:chOff x="7616100" y="4714325"/>
            <a:chExt cx="1527900" cy="428700"/>
          </a:xfrm>
        </p:grpSpPr>
        <p:sp>
          <p:nvSpPr>
            <p:cNvPr id="1342" name="Google Shape;1342;p24"/>
            <p:cNvSpPr/>
            <p:nvPr/>
          </p:nvSpPr>
          <p:spPr>
            <a:xfrm>
              <a:off x="7616100" y="4714325"/>
              <a:ext cx="1527900" cy="4287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cxnSp>
          <p:nvCxnSpPr>
            <p:cNvPr id="1343" name="Google Shape;1343;p24"/>
            <p:cNvCxnSpPr/>
            <p:nvPr/>
          </p:nvCxnSpPr>
          <p:spPr>
            <a:xfrm rot="10800000">
              <a:off x="7753759" y="4921339"/>
              <a:ext cx="459600" cy="0"/>
            </a:xfrm>
            <a:prstGeom prst="straightConnector1">
              <a:avLst/>
            </a:prstGeom>
            <a:noFill/>
            <a:ln cap="flat" cmpd="sng" w="19050">
              <a:solidFill>
                <a:srgbClr val="000000"/>
              </a:solidFill>
              <a:prstDash val="solid"/>
              <a:round/>
              <a:headEnd len="med" w="med" type="none"/>
              <a:tailEnd len="med" w="med" type="triangle"/>
            </a:ln>
          </p:spPr>
        </p:cxnSp>
        <p:sp>
          <p:nvSpPr>
            <p:cNvPr id="1344" name="Google Shape;1344;p24"/>
            <p:cNvSpPr txBox="1"/>
            <p:nvPr/>
          </p:nvSpPr>
          <p:spPr>
            <a:xfrm>
              <a:off x="7761549" y="4783081"/>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sp>
          <p:nvSpPr>
            <p:cNvPr id="1345" name="Google Shape;1345;p24"/>
            <p:cNvSpPr txBox="1"/>
            <p:nvPr/>
          </p:nvSpPr>
          <p:spPr>
            <a:xfrm>
              <a:off x="8506300" y="4990037"/>
              <a:ext cx="613500" cy="126000"/>
            </a:xfrm>
            <a:prstGeom prst="rect">
              <a:avLst/>
            </a:prstGeom>
            <a:solidFill>
              <a:srgbClr val="B4A7D6"/>
            </a:solidFill>
            <a:ln cap="flat" cmpd="sng" w="19050">
              <a:solidFill>
                <a:srgbClr val="99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Skill Feat</a:t>
              </a:r>
              <a:endParaRPr b="1" sz="600"/>
            </a:p>
          </p:txBody>
        </p:sp>
        <p:sp>
          <p:nvSpPr>
            <p:cNvPr id="1346" name="Google Shape;1346;p24"/>
            <p:cNvSpPr/>
            <p:nvPr/>
          </p:nvSpPr>
          <p:spPr>
            <a:xfrm>
              <a:off x="7702725" y="4990025"/>
              <a:ext cx="614700" cy="126300"/>
            </a:xfrm>
            <a:prstGeom prst="round2DiagRect">
              <a:avLst>
                <a:gd fmla="val 50000" name="adj1"/>
                <a:gd fmla="val 0" name="adj2"/>
              </a:avLst>
            </a:prstGeom>
            <a:solidFill>
              <a:schemeClr val="lt2"/>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Class Feature</a:t>
              </a:r>
              <a:endParaRPr b="1" sz="600"/>
            </a:p>
          </p:txBody>
        </p:sp>
        <p:grpSp>
          <p:nvGrpSpPr>
            <p:cNvPr id="1347" name="Google Shape;1347;p24"/>
            <p:cNvGrpSpPr/>
            <p:nvPr/>
          </p:nvGrpSpPr>
          <p:grpSpPr>
            <a:xfrm>
              <a:off x="8497691" y="4776613"/>
              <a:ext cx="640406" cy="150900"/>
              <a:chOff x="6248679" y="4159125"/>
              <a:chExt cx="640406" cy="150900"/>
            </a:xfrm>
          </p:grpSpPr>
          <p:sp>
            <p:nvSpPr>
              <p:cNvPr id="1348" name="Google Shape;1348;p24"/>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349" name="Google Shape;1349;p24"/>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350" name="Google Shape;1350;p24"/>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351" name="Google Shape;1351;p24"/>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352" name="Google Shape;1352;p24"/>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1353" name="Google Shape;1353;p24"/>
          <p:cNvSpPr/>
          <p:nvPr/>
        </p:nvSpPr>
        <p:spPr>
          <a:xfrm>
            <a:off x="5395455" y="2137085"/>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Su</a:t>
            </a:r>
            <a:endParaRPr sz="600"/>
          </a:p>
        </p:txBody>
      </p:sp>
      <p:sp>
        <p:nvSpPr>
          <p:cNvPr id="1354" name="Google Shape;1354;p24"/>
          <p:cNvSpPr/>
          <p:nvPr/>
        </p:nvSpPr>
        <p:spPr>
          <a:xfrm>
            <a:off x="5261743" y="2568448"/>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St</a:t>
            </a:r>
            <a:endParaRPr sz="600"/>
          </a:p>
        </p:txBody>
      </p:sp>
      <p:sp>
        <p:nvSpPr>
          <p:cNvPr id="1355" name="Google Shape;1355;p24"/>
          <p:cNvSpPr/>
          <p:nvPr/>
        </p:nvSpPr>
        <p:spPr>
          <a:xfrm>
            <a:off x="6492455" y="2766473"/>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St</a:t>
            </a:r>
            <a:endParaRPr sz="600"/>
          </a:p>
        </p:txBody>
      </p:sp>
      <p:sp>
        <p:nvSpPr>
          <p:cNvPr id="1356" name="Google Shape;1356;p24"/>
          <p:cNvSpPr/>
          <p:nvPr/>
        </p:nvSpPr>
        <p:spPr>
          <a:xfrm>
            <a:off x="8355680" y="3659173"/>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C</a:t>
            </a:r>
            <a:endParaRPr sz="600"/>
          </a:p>
        </p:txBody>
      </p:sp>
      <p:sp>
        <p:nvSpPr>
          <p:cNvPr id="1357" name="Google Shape;1357;p24"/>
          <p:cNvSpPr/>
          <p:nvPr/>
        </p:nvSpPr>
        <p:spPr>
          <a:xfrm>
            <a:off x="8122543" y="2760823"/>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C</a:t>
            </a:r>
            <a:endParaRPr sz="600"/>
          </a:p>
        </p:txBody>
      </p:sp>
      <p:grpSp>
        <p:nvGrpSpPr>
          <p:cNvPr id="1358" name="Google Shape;1358;p24"/>
          <p:cNvGrpSpPr/>
          <p:nvPr/>
        </p:nvGrpSpPr>
        <p:grpSpPr>
          <a:xfrm>
            <a:off x="8061161" y="2141550"/>
            <a:ext cx="270000" cy="233400"/>
            <a:chOff x="-662877" y="3385650"/>
            <a:chExt cx="270000" cy="233400"/>
          </a:xfrm>
        </p:grpSpPr>
        <p:sp>
          <p:nvSpPr>
            <p:cNvPr id="1359" name="Google Shape;1359;p24"/>
            <p:cNvSpPr/>
            <p:nvPr/>
          </p:nvSpPr>
          <p:spPr>
            <a:xfrm>
              <a:off x="-662877" y="3385650"/>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360" name="Google Shape;1360;p24"/>
            <p:cNvSpPr txBox="1"/>
            <p:nvPr/>
          </p:nvSpPr>
          <p:spPr>
            <a:xfrm>
              <a:off x="-644303" y="3423712"/>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C</a:t>
              </a:r>
              <a:endParaRPr/>
            </a:p>
          </p:txBody>
        </p:sp>
      </p:grpSp>
      <p:grpSp>
        <p:nvGrpSpPr>
          <p:cNvPr id="1361" name="Google Shape;1361;p24"/>
          <p:cNvGrpSpPr/>
          <p:nvPr/>
        </p:nvGrpSpPr>
        <p:grpSpPr>
          <a:xfrm>
            <a:off x="8069698" y="1664275"/>
            <a:ext cx="270000" cy="233400"/>
            <a:chOff x="-510477" y="3538050"/>
            <a:chExt cx="270000" cy="233400"/>
          </a:xfrm>
        </p:grpSpPr>
        <p:sp>
          <p:nvSpPr>
            <p:cNvPr id="1362" name="Google Shape;1362;p24"/>
            <p:cNvSpPr/>
            <p:nvPr/>
          </p:nvSpPr>
          <p:spPr>
            <a:xfrm>
              <a:off x="-510477" y="3538050"/>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363" name="Google Shape;1363;p24"/>
            <p:cNvSpPr txBox="1"/>
            <p:nvPr/>
          </p:nvSpPr>
          <p:spPr>
            <a:xfrm>
              <a:off x="-491903" y="3576112"/>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C</a:t>
              </a:r>
              <a:endParaRPr/>
            </a:p>
          </p:txBody>
        </p:sp>
      </p:grpSp>
      <p:grpSp>
        <p:nvGrpSpPr>
          <p:cNvPr id="1364" name="Google Shape;1364;p24"/>
          <p:cNvGrpSpPr/>
          <p:nvPr/>
        </p:nvGrpSpPr>
        <p:grpSpPr>
          <a:xfrm>
            <a:off x="6538198" y="1937050"/>
            <a:ext cx="270000" cy="233400"/>
            <a:chOff x="-662877" y="3385650"/>
            <a:chExt cx="270000" cy="233400"/>
          </a:xfrm>
        </p:grpSpPr>
        <p:sp>
          <p:nvSpPr>
            <p:cNvPr id="1365" name="Google Shape;1365;p24"/>
            <p:cNvSpPr/>
            <p:nvPr/>
          </p:nvSpPr>
          <p:spPr>
            <a:xfrm>
              <a:off x="-662877" y="3385650"/>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366" name="Google Shape;1366;p24"/>
            <p:cNvSpPr txBox="1"/>
            <p:nvPr/>
          </p:nvSpPr>
          <p:spPr>
            <a:xfrm>
              <a:off x="-644303" y="3423712"/>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Su</a:t>
              </a:r>
              <a:endParaRPr/>
            </a:p>
          </p:txBody>
        </p:sp>
      </p:grpSp>
      <p:sp>
        <p:nvSpPr>
          <p:cNvPr id="1367" name="Google Shape;1367;p24"/>
          <p:cNvSpPr/>
          <p:nvPr/>
        </p:nvSpPr>
        <p:spPr>
          <a:xfrm>
            <a:off x="2855810" y="381347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N</a:t>
            </a:r>
            <a:endParaRPr sz="600"/>
          </a:p>
        </p:txBody>
      </p:sp>
      <p:sp>
        <p:nvSpPr>
          <p:cNvPr id="1368" name="Google Shape;1368;p24"/>
          <p:cNvSpPr/>
          <p:nvPr/>
        </p:nvSpPr>
        <p:spPr>
          <a:xfrm>
            <a:off x="3200135" y="471642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Su</a:t>
            </a:r>
            <a:endParaRPr sz="600"/>
          </a:p>
        </p:txBody>
      </p:sp>
      <p:sp>
        <p:nvSpPr>
          <p:cNvPr id="1369" name="Google Shape;1369;p24"/>
          <p:cNvSpPr/>
          <p:nvPr/>
        </p:nvSpPr>
        <p:spPr>
          <a:xfrm>
            <a:off x="6028835" y="4698603"/>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P</a:t>
            </a:r>
            <a:endParaRPr sz="600"/>
          </a:p>
        </p:txBody>
      </p:sp>
      <p:sp>
        <p:nvSpPr>
          <p:cNvPr id="1315" name="Google Shape;1315;p24"/>
          <p:cNvSpPr txBox="1"/>
          <p:nvPr/>
        </p:nvSpPr>
        <p:spPr>
          <a:xfrm>
            <a:off x="2773083" y="901025"/>
            <a:ext cx="702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Monster Warden</a:t>
            </a:r>
            <a:endParaRPr b="1" sz="800"/>
          </a:p>
        </p:txBody>
      </p:sp>
      <p:sp>
        <p:nvSpPr>
          <p:cNvPr id="1370" name="Google Shape;1370;p24"/>
          <p:cNvSpPr txBox="1"/>
          <p:nvPr/>
        </p:nvSpPr>
        <p:spPr>
          <a:xfrm>
            <a:off x="1747316" y="1329675"/>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Scout’s Warning</a:t>
            </a:r>
            <a:endParaRPr b="1" sz="800"/>
          </a:p>
        </p:txBody>
      </p:sp>
      <p:pic>
        <p:nvPicPr>
          <p:cNvPr id="1371" name="Google Shape;1371;p24"/>
          <p:cNvPicPr preferRelativeResize="0"/>
          <p:nvPr/>
        </p:nvPicPr>
        <p:blipFill>
          <a:blip r:embed="rId5">
            <a:alphaModFix/>
          </a:blip>
          <a:stretch>
            <a:fillRect/>
          </a:stretch>
        </p:blipFill>
        <p:spPr>
          <a:xfrm>
            <a:off x="2337638" y="1327379"/>
            <a:ext cx="191500" cy="181421"/>
          </a:xfrm>
          <a:prstGeom prst="rect">
            <a:avLst/>
          </a:prstGeom>
          <a:noFill/>
          <a:ln cap="flat" cmpd="sng" w="9525">
            <a:solidFill>
              <a:srgbClr val="000000"/>
            </a:solidFill>
            <a:prstDash val="solid"/>
            <a:round/>
            <a:headEnd len="sm" w="sm" type="none"/>
            <a:tailEnd len="sm" w="sm" type="none"/>
          </a:ln>
        </p:spPr>
      </p:pic>
      <p:sp>
        <p:nvSpPr>
          <p:cNvPr id="1372" name="Google Shape;1372;p24"/>
          <p:cNvSpPr txBox="1"/>
          <p:nvPr/>
        </p:nvSpPr>
        <p:spPr>
          <a:xfrm>
            <a:off x="847712" y="1758300"/>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Snap Shot</a:t>
            </a:r>
            <a:endParaRPr b="1" sz="800"/>
          </a:p>
        </p:txBody>
      </p:sp>
      <p:sp>
        <p:nvSpPr>
          <p:cNvPr id="1373" name="Google Shape;1373;p24"/>
          <p:cNvSpPr txBox="1"/>
          <p:nvPr/>
        </p:nvSpPr>
        <p:spPr>
          <a:xfrm>
            <a:off x="1739454" y="1758300"/>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Skirmish</a:t>
            </a:r>
            <a:endParaRPr b="1" sz="800"/>
          </a:p>
          <a:p>
            <a:pPr indent="0" lvl="0" marL="0" rtl="0" algn="ctr">
              <a:spcBef>
                <a:spcPts val="0"/>
              </a:spcBef>
              <a:spcAft>
                <a:spcPts val="0"/>
              </a:spcAft>
              <a:buNone/>
            </a:pPr>
            <a:r>
              <a:rPr b="1" lang="en" sz="800"/>
              <a:t>Strike</a:t>
            </a:r>
            <a:endParaRPr b="1" sz="800"/>
          </a:p>
        </p:txBody>
      </p:sp>
      <p:sp>
        <p:nvSpPr>
          <p:cNvPr id="1374" name="Google Shape;1374;p24"/>
          <p:cNvSpPr txBox="1"/>
          <p:nvPr/>
        </p:nvSpPr>
        <p:spPr>
          <a:xfrm>
            <a:off x="847712" y="2186925"/>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Deadly</a:t>
            </a:r>
            <a:endParaRPr b="1" sz="800"/>
          </a:p>
          <a:p>
            <a:pPr indent="0" lvl="0" marL="0" rtl="0" algn="ctr">
              <a:spcBef>
                <a:spcPts val="0"/>
              </a:spcBef>
              <a:spcAft>
                <a:spcPts val="0"/>
              </a:spcAft>
              <a:buNone/>
            </a:pPr>
            <a:r>
              <a:rPr b="1" lang="en" sz="800"/>
              <a:t>Aim</a:t>
            </a:r>
            <a:endParaRPr b="1" sz="800"/>
          </a:p>
        </p:txBody>
      </p:sp>
      <p:sp>
        <p:nvSpPr>
          <p:cNvPr id="1375" name="Google Shape;1375;p24"/>
          <p:cNvSpPr txBox="1"/>
          <p:nvPr/>
        </p:nvSpPr>
        <p:spPr>
          <a:xfrm>
            <a:off x="1739454" y="2186925"/>
            <a:ext cx="782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Blind-Fight</a:t>
            </a:r>
            <a:endParaRPr b="1" sz="800"/>
          </a:p>
        </p:txBody>
      </p:sp>
      <p:pic>
        <p:nvPicPr>
          <p:cNvPr id="1376" name="Google Shape;1376;p24"/>
          <p:cNvPicPr preferRelativeResize="0"/>
          <p:nvPr/>
        </p:nvPicPr>
        <p:blipFill>
          <a:blip r:embed="rId3">
            <a:alphaModFix/>
          </a:blip>
          <a:stretch>
            <a:fillRect/>
          </a:stretch>
        </p:blipFill>
        <p:spPr>
          <a:xfrm>
            <a:off x="2338831" y="1759463"/>
            <a:ext cx="181700" cy="176775"/>
          </a:xfrm>
          <a:prstGeom prst="rect">
            <a:avLst/>
          </a:prstGeom>
          <a:noFill/>
          <a:ln cap="flat" cmpd="sng" w="9525">
            <a:solidFill>
              <a:srgbClr val="000000"/>
            </a:solidFill>
            <a:prstDash val="solid"/>
            <a:round/>
            <a:headEnd len="sm" w="sm" type="none"/>
            <a:tailEnd len="sm" w="sm" type="none"/>
          </a:ln>
        </p:spPr>
      </p:pic>
      <p:grpSp>
        <p:nvGrpSpPr>
          <p:cNvPr id="1377" name="Google Shape;1377;p24"/>
          <p:cNvGrpSpPr/>
          <p:nvPr/>
        </p:nvGrpSpPr>
        <p:grpSpPr>
          <a:xfrm>
            <a:off x="2335386" y="2115263"/>
            <a:ext cx="270000" cy="233400"/>
            <a:chOff x="2037061" y="2240025"/>
            <a:chExt cx="270000" cy="233400"/>
          </a:xfrm>
        </p:grpSpPr>
        <p:sp>
          <p:nvSpPr>
            <p:cNvPr id="1378" name="Google Shape;1378;p24"/>
            <p:cNvSpPr/>
            <p:nvPr/>
          </p:nvSpPr>
          <p:spPr>
            <a:xfrm>
              <a:off x="2037061" y="2240025"/>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379" name="Google Shape;1379;p24"/>
            <p:cNvSpPr txBox="1"/>
            <p:nvPr/>
          </p:nvSpPr>
          <p:spPr>
            <a:xfrm>
              <a:off x="2055635" y="2278087"/>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P</a:t>
              </a:r>
              <a:endParaRPr/>
            </a:p>
          </p:txBody>
        </p:sp>
      </p:grpSp>
      <p:pic>
        <p:nvPicPr>
          <p:cNvPr id="1380" name="Google Shape;1380;p24"/>
          <p:cNvPicPr preferRelativeResize="0"/>
          <p:nvPr/>
        </p:nvPicPr>
        <p:blipFill>
          <a:blip r:embed="rId3">
            <a:alphaModFix/>
          </a:blip>
          <a:stretch>
            <a:fillRect/>
          </a:stretch>
        </p:blipFill>
        <p:spPr>
          <a:xfrm>
            <a:off x="1459094" y="2187288"/>
            <a:ext cx="181700" cy="176775"/>
          </a:xfrm>
          <a:prstGeom prst="rect">
            <a:avLst/>
          </a:prstGeom>
          <a:noFill/>
          <a:ln cap="flat" cmpd="sng" w="9525">
            <a:solidFill>
              <a:srgbClr val="000000"/>
            </a:solidFill>
            <a:prstDash val="solid"/>
            <a:round/>
            <a:headEnd len="sm" w="sm" type="none"/>
            <a:tailEnd len="sm" w="sm" type="none"/>
          </a:ln>
        </p:spPr>
      </p:pic>
      <p:sp>
        <p:nvSpPr>
          <p:cNvPr id="1381" name="Google Shape;1381;p24"/>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1382" name="Google Shape;1382;p24"/>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383" name="Google Shape;1383;p24"/>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384" name="Google Shape;1384;p24"/>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385" name="Google Shape;1385;p24"/>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386" name="Google Shape;1386;p24"/>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387" name="Google Shape;1387;p24"/>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388" name="Google Shape;1388;p24"/>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389" name="Google Shape;1389;p24"/>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390" name="Google Shape;1390;p24"/>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391" name="Google Shape;1391;p24"/>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392" name="Google Shape;1392;p24"/>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25"/>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398" name="Google Shape;1398;p25"/>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Rogue Class Feats</a:t>
            </a:r>
            <a:endParaRPr b="1" sz="2400"/>
          </a:p>
        </p:txBody>
      </p:sp>
      <p:sp>
        <p:nvSpPr>
          <p:cNvPr id="1399" name="Google Shape;1399;p25"/>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0" name="Google Shape;1400;p25"/>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1" name="Google Shape;1401;p25"/>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2" name="Google Shape;1402;p25"/>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3" name="Google Shape;1403;p25"/>
          <p:cNvSpPr txBox="1"/>
          <p:nvPr/>
        </p:nvSpPr>
        <p:spPr>
          <a:xfrm>
            <a:off x="4986244" y="4724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Nimble</a:t>
            </a:r>
            <a:endParaRPr b="1" sz="800"/>
          </a:p>
          <a:p>
            <a:pPr indent="0" lvl="0" marL="0" rtl="0" algn="ctr">
              <a:spcBef>
                <a:spcPts val="0"/>
              </a:spcBef>
              <a:spcAft>
                <a:spcPts val="0"/>
              </a:spcAft>
              <a:buNone/>
            </a:pPr>
            <a:r>
              <a:rPr b="1" lang="en" sz="800"/>
              <a:t>Dodge</a:t>
            </a:r>
            <a:endParaRPr b="1" sz="800"/>
          </a:p>
        </p:txBody>
      </p:sp>
      <p:sp>
        <p:nvSpPr>
          <p:cNvPr id="1404" name="Google Shape;1404;p25"/>
          <p:cNvSpPr txBox="1"/>
          <p:nvPr/>
        </p:nvSpPr>
        <p:spPr>
          <a:xfrm>
            <a:off x="3954079" y="4724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You’re</a:t>
            </a:r>
            <a:endParaRPr b="1" sz="800"/>
          </a:p>
          <a:p>
            <a:pPr indent="0" lvl="0" marL="0" rtl="0" algn="ctr">
              <a:spcBef>
                <a:spcPts val="0"/>
              </a:spcBef>
              <a:spcAft>
                <a:spcPts val="0"/>
              </a:spcAft>
              <a:buNone/>
            </a:pPr>
            <a:r>
              <a:rPr b="1" lang="en" sz="800"/>
              <a:t>Next</a:t>
            </a:r>
            <a:endParaRPr b="1" sz="800"/>
          </a:p>
        </p:txBody>
      </p:sp>
      <p:sp>
        <p:nvSpPr>
          <p:cNvPr id="1405" name="Google Shape;1405;p25"/>
          <p:cNvSpPr txBox="1"/>
          <p:nvPr/>
        </p:nvSpPr>
        <p:spPr>
          <a:xfrm>
            <a:off x="1889740"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Trap Finder</a:t>
            </a:r>
            <a:endParaRPr b="1" sz="800"/>
          </a:p>
        </p:txBody>
      </p:sp>
      <p:sp>
        <p:nvSpPr>
          <p:cNvPr id="1406" name="Google Shape;1406;p25"/>
          <p:cNvSpPr txBox="1"/>
          <p:nvPr/>
        </p:nvSpPr>
        <p:spPr>
          <a:xfrm>
            <a:off x="2921904"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Twin</a:t>
            </a:r>
            <a:endParaRPr b="1" sz="800"/>
          </a:p>
          <a:p>
            <a:pPr indent="0" lvl="0" marL="0" rtl="0" algn="ctr">
              <a:spcBef>
                <a:spcPts val="0"/>
              </a:spcBef>
              <a:spcAft>
                <a:spcPts val="0"/>
              </a:spcAft>
              <a:buNone/>
            </a:pPr>
            <a:r>
              <a:rPr b="1" lang="en" sz="800"/>
              <a:t>Feint</a:t>
            </a:r>
            <a:endParaRPr b="1" sz="800"/>
          </a:p>
        </p:txBody>
      </p:sp>
      <p:sp>
        <p:nvSpPr>
          <p:cNvPr id="1407" name="Google Shape;1407;p25"/>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8" name="Google Shape;1408;p25"/>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09" name="Google Shape;1409;p25"/>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10" name="Google Shape;1410;p25"/>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11" name="Google Shape;1411;p25"/>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412" name="Google Shape;1412;p25"/>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pic>
        <p:nvPicPr>
          <p:cNvPr id="1413" name="Google Shape;1413;p25"/>
          <p:cNvPicPr preferRelativeResize="0"/>
          <p:nvPr/>
        </p:nvPicPr>
        <p:blipFill>
          <a:blip r:embed="rId3">
            <a:alphaModFix/>
          </a:blip>
          <a:stretch>
            <a:fillRect/>
          </a:stretch>
        </p:blipFill>
        <p:spPr>
          <a:xfrm>
            <a:off x="1646194" y="1329675"/>
            <a:ext cx="181700" cy="176775"/>
          </a:xfrm>
          <a:prstGeom prst="rect">
            <a:avLst/>
          </a:prstGeom>
          <a:noFill/>
          <a:ln cap="flat" cmpd="sng" w="9525">
            <a:solidFill>
              <a:srgbClr val="000000"/>
            </a:solidFill>
            <a:prstDash val="solid"/>
            <a:round/>
            <a:headEnd len="sm" w="sm" type="none"/>
            <a:tailEnd len="sm" w="sm" type="none"/>
          </a:ln>
        </p:spPr>
      </p:pic>
      <p:sp>
        <p:nvSpPr>
          <p:cNvPr id="1414" name="Google Shape;1414;p25"/>
          <p:cNvSpPr txBox="1"/>
          <p:nvPr/>
        </p:nvSpPr>
        <p:spPr>
          <a:xfrm>
            <a:off x="3954079" y="901049"/>
            <a:ext cx="972300" cy="339600"/>
          </a:xfrm>
          <a:prstGeom prst="rect">
            <a:avLst/>
          </a:prstGeom>
          <a:solidFill>
            <a:srgbClr val="6FA8D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Unbalancing</a:t>
            </a:r>
            <a:endParaRPr b="1" sz="800"/>
          </a:p>
          <a:p>
            <a:pPr indent="0" lvl="0" marL="0" rtl="0" algn="ctr">
              <a:spcBef>
                <a:spcPts val="0"/>
              </a:spcBef>
              <a:spcAft>
                <a:spcPts val="0"/>
              </a:spcAft>
              <a:buNone/>
            </a:pPr>
            <a:r>
              <a:rPr b="1" lang="en" sz="800"/>
              <a:t>Blow</a:t>
            </a:r>
            <a:endParaRPr b="1" sz="800"/>
          </a:p>
        </p:txBody>
      </p:sp>
      <p:sp>
        <p:nvSpPr>
          <p:cNvPr id="1415" name="Google Shape;1415;p25"/>
          <p:cNvSpPr txBox="1"/>
          <p:nvPr/>
        </p:nvSpPr>
        <p:spPr>
          <a:xfrm>
            <a:off x="6018408" y="901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Minor Magic</a:t>
            </a:r>
            <a:endParaRPr b="1" sz="800"/>
          </a:p>
        </p:txBody>
      </p:sp>
      <p:sp>
        <p:nvSpPr>
          <p:cNvPr id="1416" name="Google Shape;1416;p25"/>
          <p:cNvSpPr txBox="1"/>
          <p:nvPr/>
        </p:nvSpPr>
        <p:spPr>
          <a:xfrm>
            <a:off x="7050561" y="9010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Mobility</a:t>
            </a:r>
            <a:endParaRPr b="1" sz="800"/>
          </a:p>
        </p:txBody>
      </p:sp>
      <p:sp>
        <p:nvSpPr>
          <p:cNvPr id="1417" name="Google Shape;1417;p25"/>
          <p:cNvSpPr txBox="1"/>
          <p:nvPr/>
        </p:nvSpPr>
        <p:spPr>
          <a:xfrm>
            <a:off x="8082724" y="9010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 Draw</a:t>
            </a:r>
            <a:endParaRPr b="1" sz="800"/>
          </a:p>
        </p:txBody>
      </p:sp>
      <p:sp>
        <p:nvSpPr>
          <p:cNvPr id="1418" name="Google Shape;1418;p25"/>
          <p:cNvSpPr txBox="1"/>
          <p:nvPr/>
        </p:nvSpPr>
        <p:spPr>
          <a:xfrm>
            <a:off x="1889740" y="901025"/>
            <a:ext cx="972300" cy="339600"/>
          </a:xfrm>
          <a:prstGeom prst="rect">
            <a:avLst/>
          </a:prstGeom>
          <a:solidFill>
            <a:srgbClr val="E0666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Brutal Beating</a:t>
            </a:r>
            <a:endParaRPr b="1" sz="800"/>
          </a:p>
        </p:txBody>
      </p:sp>
      <p:sp>
        <p:nvSpPr>
          <p:cNvPr id="1419" name="Google Shape;1419;p25"/>
          <p:cNvSpPr txBox="1"/>
          <p:nvPr/>
        </p:nvSpPr>
        <p:spPr>
          <a:xfrm>
            <a:off x="2921904" y="901025"/>
            <a:ext cx="972300" cy="339600"/>
          </a:xfrm>
          <a:prstGeom prst="rect">
            <a:avLst/>
          </a:prstGeom>
          <a:solidFill>
            <a:srgbClr val="93C47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Distracting Feint</a:t>
            </a:r>
            <a:endParaRPr b="1" sz="800"/>
          </a:p>
        </p:txBody>
      </p:sp>
      <p:sp>
        <p:nvSpPr>
          <p:cNvPr id="1420" name="Google Shape;1420;p25"/>
          <p:cNvSpPr txBox="1"/>
          <p:nvPr/>
        </p:nvSpPr>
        <p:spPr>
          <a:xfrm>
            <a:off x="3952104" y="21869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Improved Poison Weapon</a:t>
            </a:r>
            <a:endParaRPr b="1" sz="800"/>
          </a:p>
        </p:txBody>
      </p:sp>
      <p:sp>
        <p:nvSpPr>
          <p:cNvPr id="1421" name="Google Shape;1421;p25"/>
          <p:cNvSpPr txBox="1"/>
          <p:nvPr/>
        </p:nvSpPr>
        <p:spPr>
          <a:xfrm>
            <a:off x="6016408" y="17583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Skirmish</a:t>
            </a:r>
            <a:endParaRPr b="1" sz="800"/>
          </a:p>
          <a:p>
            <a:pPr indent="0" lvl="0" marL="0" rtl="0" algn="ctr">
              <a:spcBef>
                <a:spcPts val="0"/>
              </a:spcBef>
              <a:spcAft>
                <a:spcPts val="0"/>
              </a:spcAft>
              <a:buNone/>
            </a:pPr>
            <a:r>
              <a:rPr b="1" lang="en" sz="800"/>
              <a:t>Strike</a:t>
            </a:r>
            <a:endParaRPr b="1" sz="800"/>
          </a:p>
        </p:txBody>
      </p:sp>
      <p:sp>
        <p:nvSpPr>
          <p:cNvPr id="1422" name="Google Shape;1422;p25"/>
          <p:cNvSpPr txBox="1"/>
          <p:nvPr/>
        </p:nvSpPr>
        <p:spPr>
          <a:xfrm>
            <a:off x="8080724" y="17583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Twist the</a:t>
            </a:r>
            <a:endParaRPr b="1" sz="800"/>
          </a:p>
          <a:p>
            <a:pPr indent="0" lvl="0" marL="0" rtl="0" algn="ctr">
              <a:spcBef>
                <a:spcPts val="0"/>
              </a:spcBef>
              <a:spcAft>
                <a:spcPts val="0"/>
              </a:spcAft>
              <a:buNone/>
            </a:pPr>
            <a:r>
              <a:rPr b="1" lang="en" sz="800"/>
              <a:t>Knife</a:t>
            </a:r>
            <a:endParaRPr b="1" sz="800"/>
          </a:p>
        </p:txBody>
      </p:sp>
      <p:sp>
        <p:nvSpPr>
          <p:cNvPr id="1423" name="Google Shape;1423;p25"/>
          <p:cNvSpPr txBox="1"/>
          <p:nvPr/>
        </p:nvSpPr>
        <p:spPr>
          <a:xfrm>
            <a:off x="1887765"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Blind-Fight</a:t>
            </a:r>
            <a:endParaRPr b="1" sz="800"/>
          </a:p>
        </p:txBody>
      </p:sp>
      <p:sp>
        <p:nvSpPr>
          <p:cNvPr id="1424" name="Google Shape;1424;p25"/>
          <p:cNvSpPr txBox="1"/>
          <p:nvPr/>
        </p:nvSpPr>
        <p:spPr>
          <a:xfrm>
            <a:off x="2919929"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Delay Trap</a:t>
            </a:r>
            <a:endParaRPr b="1" sz="800"/>
          </a:p>
        </p:txBody>
      </p:sp>
      <p:sp>
        <p:nvSpPr>
          <p:cNvPr id="1425" name="Google Shape;1425;p25"/>
          <p:cNvSpPr txBox="1"/>
          <p:nvPr/>
        </p:nvSpPr>
        <p:spPr>
          <a:xfrm>
            <a:off x="3952079" y="13296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Poison</a:t>
            </a:r>
            <a:endParaRPr b="1" sz="800"/>
          </a:p>
          <a:p>
            <a:pPr indent="0" lvl="0" marL="0" rtl="0" algn="ctr">
              <a:spcBef>
                <a:spcPts val="0"/>
              </a:spcBef>
              <a:spcAft>
                <a:spcPts val="0"/>
              </a:spcAft>
              <a:buNone/>
            </a:pPr>
            <a:r>
              <a:rPr b="1" lang="en" sz="800"/>
              <a:t>Weapon</a:t>
            </a:r>
            <a:endParaRPr b="1" sz="800"/>
          </a:p>
        </p:txBody>
      </p:sp>
      <p:sp>
        <p:nvSpPr>
          <p:cNvPr id="1426" name="Google Shape;1426;p25"/>
          <p:cNvSpPr txBox="1"/>
          <p:nvPr/>
        </p:nvSpPr>
        <p:spPr>
          <a:xfrm>
            <a:off x="6016408" y="13296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Reactive</a:t>
            </a:r>
            <a:endParaRPr b="1" sz="800"/>
          </a:p>
          <a:p>
            <a:pPr indent="0" lvl="0" marL="0" rtl="0" algn="ctr">
              <a:spcBef>
                <a:spcPts val="0"/>
              </a:spcBef>
              <a:spcAft>
                <a:spcPts val="0"/>
              </a:spcAft>
              <a:buNone/>
            </a:pPr>
            <a:r>
              <a:rPr b="1" lang="en" sz="800"/>
              <a:t>Pursuit</a:t>
            </a:r>
            <a:endParaRPr b="1" sz="800"/>
          </a:p>
        </p:txBody>
      </p:sp>
      <p:sp>
        <p:nvSpPr>
          <p:cNvPr id="1427" name="Google Shape;1427;p25"/>
          <p:cNvSpPr txBox="1"/>
          <p:nvPr/>
        </p:nvSpPr>
        <p:spPr>
          <a:xfrm>
            <a:off x="7048561" y="132968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Sabotage</a:t>
            </a:r>
            <a:endParaRPr b="1" sz="800"/>
          </a:p>
        </p:txBody>
      </p:sp>
      <p:sp>
        <p:nvSpPr>
          <p:cNvPr id="1428" name="Google Shape;1428;p25"/>
          <p:cNvSpPr txBox="1"/>
          <p:nvPr/>
        </p:nvSpPr>
        <p:spPr>
          <a:xfrm>
            <a:off x="8080724" y="13296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Scout’s</a:t>
            </a:r>
            <a:endParaRPr b="1" sz="800"/>
          </a:p>
          <a:p>
            <a:pPr indent="0" lvl="0" marL="0" rtl="0" algn="ctr">
              <a:spcBef>
                <a:spcPts val="0"/>
              </a:spcBef>
              <a:spcAft>
                <a:spcPts val="0"/>
              </a:spcAft>
              <a:buNone/>
            </a:pPr>
            <a:r>
              <a:rPr b="1" lang="en" sz="800"/>
              <a:t>Warning</a:t>
            </a:r>
            <a:endParaRPr b="1" sz="800"/>
          </a:p>
        </p:txBody>
      </p:sp>
      <p:sp>
        <p:nvSpPr>
          <p:cNvPr id="1429" name="Google Shape;1429;p25"/>
          <p:cNvSpPr txBox="1"/>
          <p:nvPr/>
        </p:nvSpPr>
        <p:spPr>
          <a:xfrm>
            <a:off x="1887740"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Dread Striker</a:t>
            </a:r>
            <a:endParaRPr b="1" sz="800"/>
          </a:p>
        </p:txBody>
      </p:sp>
      <p:sp>
        <p:nvSpPr>
          <p:cNvPr id="1430" name="Google Shape;1430;p25"/>
          <p:cNvSpPr txBox="1"/>
          <p:nvPr/>
        </p:nvSpPr>
        <p:spPr>
          <a:xfrm>
            <a:off x="855575"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Battle</a:t>
            </a:r>
            <a:endParaRPr b="1" sz="800"/>
          </a:p>
          <a:p>
            <a:pPr indent="0" lvl="0" marL="0" rtl="0" algn="ctr">
              <a:spcBef>
                <a:spcPts val="0"/>
              </a:spcBef>
              <a:spcAft>
                <a:spcPts val="0"/>
              </a:spcAft>
              <a:buNone/>
            </a:pPr>
            <a:r>
              <a:rPr b="1" lang="en" sz="800"/>
              <a:t>Assessment</a:t>
            </a:r>
            <a:endParaRPr b="1" sz="800"/>
          </a:p>
        </p:txBody>
      </p:sp>
      <p:sp>
        <p:nvSpPr>
          <p:cNvPr id="1431" name="Google Shape;1431;p25"/>
          <p:cNvSpPr txBox="1"/>
          <p:nvPr/>
        </p:nvSpPr>
        <p:spPr>
          <a:xfrm>
            <a:off x="2919904"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Magical Trickster</a:t>
            </a:r>
            <a:endParaRPr b="1" sz="800"/>
          </a:p>
        </p:txBody>
      </p:sp>
      <p:sp>
        <p:nvSpPr>
          <p:cNvPr id="1432" name="Google Shape;1432;p25"/>
          <p:cNvSpPr txBox="1"/>
          <p:nvPr/>
        </p:nvSpPr>
        <p:spPr>
          <a:xfrm>
            <a:off x="4984244"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Nimble Roll</a:t>
            </a:r>
            <a:endParaRPr b="1" sz="800"/>
          </a:p>
        </p:txBody>
      </p:sp>
      <p:sp>
        <p:nvSpPr>
          <p:cNvPr id="1433" name="Google Shape;1433;p25"/>
          <p:cNvSpPr txBox="1"/>
          <p:nvPr/>
        </p:nvSpPr>
        <p:spPr>
          <a:xfrm>
            <a:off x="6016408"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Opportune Backstab</a:t>
            </a:r>
            <a:endParaRPr b="1" sz="800"/>
          </a:p>
        </p:txBody>
      </p:sp>
      <p:sp>
        <p:nvSpPr>
          <p:cNvPr id="1434" name="Google Shape;1434;p25"/>
          <p:cNvSpPr txBox="1"/>
          <p:nvPr/>
        </p:nvSpPr>
        <p:spPr>
          <a:xfrm>
            <a:off x="7048561" y="218693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Sidestep</a:t>
            </a:r>
            <a:endParaRPr b="1" sz="800"/>
          </a:p>
        </p:txBody>
      </p:sp>
      <p:sp>
        <p:nvSpPr>
          <p:cNvPr id="1435" name="Google Shape;1435;p25"/>
          <p:cNvSpPr txBox="1"/>
          <p:nvPr/>
        </p:nvSpPr>
        <p:spPr>
          <a:xfrm>
            <a:off x="6016394" y="30442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Spring From</a:t>
            </a:r>
            <a:endParaRPr b="1" sz="800"/>
          </a:p>
          <a:p>
            <a:pPr indent="0" lvl="0" marL="0" rtl="0" algn="ctr">
              <a:spcBef>
                <a:spcPts val="0"/>
              </a:spcBef>
              <a:spcAft>
                <a:spcPts val="0"/>
              </a:spcAft>
              <a:buNone/>
            </a:pPr>
            <a:r>
              <a:rPr b="1" lang="en" sz="800"/>
              <a:t>the Shadows</a:t>
            </a:r>
            <a:endParaRPr b="1" sz="800"/>
          </a:p>
        </p:txBody>
      </p:sp>
      <p:sp>
        <p:nvSpPr>
          <p:cNvPr id="1436" name="Google Shape;1436;p25"/>
          <p:cNvSpPr txBox="1"/>
          <p:nvPr/>
        </p:nvSpPr>
        <p:spPr>
          <a:xfrm>
            <a:off x="4984229" y="30442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Reactive Interference</a:t>
            </a:r>
            <a:endParaRPr b="1" sz="800"/>
          </a:p>
        </p:txBody>
      </p:sp>
      <p:sp>
        <p:nvSpPr>
          <p:cNvPr id="1437" name="Google Shape;1437;p25"/>
          <p:cNvSpPr txBox="1"/>
          <p:nvPr/>
        </p:nvSpPr>
        <p:spPr>
          <a:xfrm>
            <a:off x="2919890" y="30441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Fantastic</a:t>
            </a:r>
            <a:endParaRPr b="1" sz="800"/>
          </a:p>
          <a:p>
            <a:pPr indent="0" lvl="0" marL="0" rtl="0" algn="ctr">
              <a:spcBef>
                <a:spcPts val="0"/>
              </a:spcBef>
              <a:spcAft>
                <a:spcPts val="0"/>
              </a:spcAft>
              <a:buNone/>
            </a:pPr>
            <a:r>
              <a:rPr b="1" lang="en" sz="800"/>
              <a:t>Leap</a:t>
            </a:r>
            <a:endParaRPr b="1" sz="800"/>
          </a:p>
        </p:txBody>
      </p:sp>
      <p:sp>
        <p:nvSpPr>
          <p:cNvPr id="1438" name="Google Shape;1438;p25"/>
          <p:cNvSpPr txBox="1"/>
          <p:nvPr/>
        </p:nvSpPr>
        <p:spPr>
          <a:xfrm>
            <a:off x="3953079" y="2615586"/>
            <a:ext cx="972300" cy="339600"/>
          </a:xfrm>
          <a:prstGeom prst="rect">
            <a:avLst/>
          </a:prstGeom>
          <a:solidFill>
            <a:srgbClr val="6FA8D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Precise </a:t>
            </a:r>
            <a:r>
              <a:rPr b="1" lang="en" sz="800">
                <a:solidFill>
                  <a:schemeClr val="dk1"/>
                </a:solidFill>
              </a:rPr>
              <a:t>Debilitations</a:t>
            </a:r>
            <a:endParaRPr b="1" sz="800"/>
          </a:p>
        </p:txBody>
      </p:sp>
      <p:sp>
        <p:nvSpPr>
          <p:cNvPr id="1439" name="Google Shape;1439;p25"/>
          <p:cNvSpPr txBox="1"/>
          <p:nvPr/>
        </p:nvSpPr>
        <p:spPr>
          <a:xfrm>
            <a:off x="1888740" y="2615563"/>
            <a:ext cx="972300" cy="339600"/>
          </a:xfrm>
          <a:prstGeom prst="rect">
            <a:avLst/>
          </a:prstGeom>
          <a:solidFill>
            <a:srgbClr val="E0666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Vicious Debilitations</a:t>
            </a:r>
            <a:endParaRPr b="1" sz="800"/>
          </a:p>
        </p:txBody>
      </p:sp>
      <p:sp>
        <p:nvSpPr>
          <p:cNvPr id="1440" name="Google Shape;1440;p25"/>
          <p:cNvSpPr txBox="1"/>
          <p:nvPr/>
        </p:nvSpPr>
        <p:spPr>
          <a:xfrm>
            <a:off x="2920904" y="2615563"/>
            <a:ext cx="972300" cy="339600"/>
          </a:xfrm>
          <a:prstGeom prst="rect">
            <a:avLst/>
          </a:prstGeom>
          <a:solidFill>
            <a:srgbClr val="93C47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Tactical </a:t>
            </a:r>
            <a:r>
              <a:rPr b="1" lang="en" sz="800">
                <a:solidFill>
                  <a:schemeClr val="dk1"/>
                </a:solidFill>
              </a:rPr>
              <a:t>Debilitations</a:t>
            </a:r>
            <a:endParaRPr b="1" sz="800"/>
          </a:p>
        </p:txBody>
      </p:sp>
      <p:sp>
        <p:nvSpPr>
          <p:cNvPr id="1441" name="Google Shape;1441;p25"/>
          <p:cNvSpPr txBox="1"/>
          <p:nvPr/>
        </p:nvSpPr>
        <p:spPr>
          <a:xfrm>
            <a:off x="1888775" y="30441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Critical</a:t>
            </a:r>
            <a:endParaRPr b="1" sz="800"/>
          </a:p>
          <a:p>
            <a:pPr indent="0" lvl="0" marL="0" rtl="0" algn="ctr">
              <a:spcBef>
                <a:spcPts val="0"/>
              </a:spcBef>
              <a:spcAft>
                <a:spcPts val="0"/>
              </a:spcAft>
              <a:buNone/>
            </a:pPr>
            <a:r>
              <a:rPr b="1" lang="en" sz="800"/>
              <a:t>Debilitations</a:t>
            </a:r>
            <a:endParaRPr b="1" sz="800"/>
          </a:p>
        </p:txBody>
      </p:sp>
      <p:sp>
        <p:nvSpPr>
          <p:cNvPr id="1442" name="Google Shape;1442;p25"/>
          <p:cNvSpPr txBox="1"/>
          <p:nvPr/>
        </p:nvSpPr>
        <p:spPr>
          <a:xfrm>
            <a:off x="3952054" y="30441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Felling</a:t>
            </a:r>
            <a:endParaRPr b="1" sz="800"/>
          </a:p>
          <a:p>
            <a:pPr indent="0" lvl="0" marL="0" rtl="0" algn="ctr">
              <a:spcBef>
                <a:spcPts val="0"/>
              </a:spcBef>
              <a:spcAft>
                <a:spcPts val="0"/>
              </a:spcAft>
              <a:buNone/>
            </a:pPr>
            <a:r>
              <a:rPr b="1" lang="en" sz="800"/>
              <a:t>Shot</a:t>
            </a:r>
            <a:endParaRPr b="1" sz="800"/>
          </a:p>
        </p:txBody>
      </p:sp>
      <p:sp>
        <p:nvSpPr>
          <p:cNvPr id="1443" name="Google Shape;1443;p25"/>
          <p:cNvSpPr txBox="1"/>
          <p:nvPr/>
        </p:nvSpPr>
        <p:spPr>
          <a:xfrm>
            <a:off x="6015379" y="39014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Dispelling</a:t>
            </a:r>
            <a:endParaRPr b="1" sz="800"/>
          </a:p>
          <a:p>
            <a:pPr indent="0" lvl="0" marL="0" rtl="0" algn="ctr">
              <a:spcBef>
                <a:spcPts val="0"/>
              </a:spcBef>
              <a:spcAft>
                <a:spcPts val="0"/>
              </a:spcAft>
              <a:buNone/>
            </a:pPr>
            <a:r>
              <a:rPr b="1" lang="en" sz="800"/>
              <a:t>Slice</a:t>
            </a:r>
            <a:endParaRPr b="1" sz="800"/>
          </a:p>
        </p:txBody>
      </p:sp>
      <p:sp>
        <p:nvSpPr>
          <p:cNvPr id="1444" name="Google Shape;1444;p25"/>
          <p:cNvSpPr txBox="1"/>
          <p:nvPr/>
        </p:nvSpPr>
        <p:spPr>
          <a:xfrm>
            <a:off x="3951040"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Cloud Step</a:t>
            </a:r>
            <a:endParaRPr b="1" sz="800"/>
          </a:p>
        </p:txBody>
      </p:sp>
      <p:sp>
        <p:nvSpPr>
          <p:cNvPr id="1445" name="Google Shape;1445;p25"/>
          <p:cNvSpPr txBox="1"/>
          <p:nvPr/>
        </p:nvSpPr>
        <p:spPr>
          <a:xfrm>
            <a:off x="2918875" y="39014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Blank Slate</a:t>
            </a:r>
            <a:endParaRPr b="1" sz="800"/>
          </a:p>
        </p:txBody>
      </p:sp>
      <p:sp>
        <p:nvSpPr>
          <p:cNvPr id="1446" name="Google Shape;1446;p25"/>
          <p:cNvSpPr txBox="1"/>
          <p:nvPr/>
        </p:nvSpPr>
        <p:spPr>
          <a:xfrm>
            <a:off x="4983204" y="39014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Cognitive</a:t>
            </a:r>
            <a:endParaRPr b="1" sz="800"/>
          </a:p>
          <a:p>
            <a:pPr indent="0" lvl="0" marL="0" rtl="0" algn="ctr">
              <a:spcBef>
                <a:spcPts val="0"/>
              </a:spcBef>
              <a:spcAft>
                <a:spcPts val="0"/>
              </a:spcAft>
              <a:buNone/>
            </a:pPr>
            <a:r>
              <a:rPr b="1" lang="en" sz="800"/>
              <a:t>Loophole</a:t>
            </a:r>
            <a:endParaRPr b="1" sz="800"/>
          </a:p>
        </p:txBody>
      </p:sp>
      <p:sp>
        <p:nvSpPr>
          <p:cNvPr id="1447" name="Google Shape;1447;p25"/>
          <p:cNvSpPr txBox="1"/>
          <p:nvPr/>
        </p:nvSpPr>
        <p:spPr>
          <a:xfrm>
            <a:off x="4983244"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Leave an</a:t>
            </a:r>
            <a:endParaRPr b="1" sz="800"/>
          </a:p>
          <a:p>
            <a:pPr indent="0" lvl="0" marL="0" rtl="0" algn="ctr">
              <a:spcBef>
                <a:spcPts val="0"/>
              </a:spcBef>
              <a:spcAft>
                <a:spcPts val="0"/>
              </a:spcAft>
              <a:buNone/>
            </a:pPr>
            <a:r>
              <a:rPr b="1" lang="en" sz="800"/>
              <a:t>Opening</a:t>
            </a:r>
            <a:endParaRPr b="1" sz="800"/>
          </a:p>
        </p:txBody>
      </p:sp>
      <p:sp>
        <p:nvSpPr>
          <p:cNvPr id="1448" name="Google Shape;1448;p25"/>
          <p:cNvSpPr txBox="1"/>
          <p:nvPr/>
        </p:nvSpPr>
        <p:spPr>
          <a:xfrm>
            <a:off x="6015408"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Sense the</a:t>
            </a:r>
            <a:endParaRPr b="1" sz="800"/>
          </a:p>
          <a:p>
            <a:pPr indent="0" lvl="0" marL="0" rtl="0" algn="ctr">
              <a:spcBef>
                <a:spcPts val="0"/>
              </a:spcBef>
              <a:spcAft>
                <a:spcPts val="0"/>
              </a:spcAft>
              <a:buNone/>
            </a:pPr>
            <a:r>
              <a:rPr b="1" lang="en" sz="800"/>
              <a:t>Unseen</a:t>
            </a:r>
            <a:endParaRPr b="1" sz="800"/>
          </a:p>
        </p:txBody>
      </p:sp>
      <p:sp>
        <p:nvSpPr>
          <p:cNvPr id="1449" name="Google Shape;1449;p25"/>
          <p:cNvSpPr txBox="1"/>
          <p:nvPr/>
        </p:nvSpPr>
        <p:spPr>
          <a:xfrm>
            <a:off x="2918940" y="34728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Defensive Roll</a:t>
            </a:r>
            <a:endParaRPr b="1" sz="800"/>
          </a:p>
        </p:txBody>
      </p:sp>
      <p:sp>
        <p:nvSpPr>
          <p:cNvPr id="1450" name="Google Shape;1450;p25"/>
          <p:cNvSpPr txBox="1"/>
          <p:nvPr/>
        </p:nvSpPr>
        <p:spPr>
          <a:xfrm>
            <a:off x="3951104" y="34728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Instant</a:t>
            </a:r>
            <a:endParaRPr b="1" sz="800"/>
          </a:p>
          <a:p>
            <a:pPr indent="0" lvl="0" marL="0" rtl="0" algn="ctr">
              <a:spcBef>
                <a:spcPts val="0"/>
              </a:spcBef>
              <a:spcAft>
                <a:spcPts val="0"/>
              </a:spcAft>
              <a:buNone/>
            </a:pPr>
            <a:r>
              <a:rPr b="1" lang="en" sz="800"/>
              <a:t>Opening</a:t>
            </a:r>
            <a:endParaRPr b="1" sz="800"/>
          </a:p>
        </p:txBody>
      </p:sp>
      <p:sp>
        <p:nvSpPr>
          <p:cNvPr id="1451" name="Google Shape;1451;p25"/>
          <p:cNvSpPr txBox="1"/>
          <p:nvPr/>
        </p:nvSpPr>
        <p:spPr>
          <a:xfrm>
            <a:off x="4983254" y="43300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Powerful Sneak</a:t>
            </a:r>
            <a:endParaRPr b="1" sz="800"/>
          </a:p>
        </p:txBody>
      </p:sp>
      <p:sp>
        <p:nvSpPr>
          <p:cNvPr id="1452" name="Google Shape;1452;p25"/>
          <p:cNvSpPr txBox="1"/>
          <p:nvPr/>
        </p:nvSpPr>
        <p:spPr>
          <a:xfrm>
            <a:off x="6015408" y="43300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Trickster’s</a:t>
            </a:r>
            <a:endParaRPr b="1" sz="800"/>
          </a:p>
          <a:p>
            <a:pPr indent="0" lvl="0" marL="0" rtl="0" algn="ctr">
              <a:spcBef>
                <a:spcPts val="0"/>
              </a:spcBef>
              <a:spcAft>
                <a:spcPts val="0"/>
              </a:spcAft>
              <a:buNone/>
            </a:pPr>
            <a:r>
              <a:rPr b="1" lang="en" sz="800"/>
              <a:t>Ace</a:t>
            </a:r>
            <a:endParaRPr b="1" sz="800"/>
          </a:p>
        </p:txBody>
      </p:sp>
      <p:sp>
        <p:nvSpPr>
          <p:cNvPr id="1453" name="Google Shape;1453;p25"/>
          <p:cNvSpPr txBox="1"/>
          <p:nvPr/>
        </p:nvSpPr>
        <p:spPr>
          <a:xfrm>
            <a:off x="3954065" y="43301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Implausible Infiltration</a:t>
            </a:r>
            <a:endParaRPr b="1" sz="800"/>
          </a:p>
        </p:txBody>
      </p:sp>
      <p:sp>
        <p:nvSpPr>
          <p:cNvPr id="1454" name="Google Shape;1454;p25"/>
          <p:cNvSpPr txBox="1"/>
          <p:nvPr/>
        </p:nvSpPr>
        <p:spPr>
          <a:xfrm>
            <a:off x="6015408" y="47587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Hidden</a:t>
            </a:r>
            <a:endParaRPr b="1" sz="800"/>
          </a:p>
          <a:p>
            <a:pPr indent="0" lvl="0" marL="0" rtl="0" algn="ctr">
              <a:spcBef>
                <a:spcPts val="0"/>
              </a:spcBef>
              <a:spcAft>
                <a:spcPts val="0"/>
              </a:spcAft>
              <a:buNone/>
            </a:pPr>
            <a:r>
              <a:rPr b="1" lang="en" sz="800"/>
              <a:t>Paragon</a:t>
            </a:r>
            <a:endParaRPr b="1" sz="800"/>
          </a:p>
        </p:txBody>
      </p:sp>
      <p:grpSp>
        <p:nvGrpSpPr>
          <p:cNvPr id="1455" name="Google Shape;1455;p25"/>
          <p:cNvGrpSpPr/>
          <p:nvPr/>
        </p:nvGrpSpPr>
        <p:grpSpPr>
          <a:xfrm>
            <a:off x="7047561" y="3901470"/>
            <a:ext cx="972300" cy="1196875"/>
            <a:chOff x="7047561" y="3901470"/>
            <a:chExt cx="972300" cy="1196875"/>
          </a:xfrm>
        </p:grpSpPr>
        <p:sp>
          <p:nvSpPr>
            <p:cNvPr id="1456" name="Google Shape;1456;p25"/>
            <p:cNvSpPr txBox="1"/>
            <p:nvPr/>
          </p:nvSpPr>
          <p:spPr>
            <a:xfrm>
              <a:off x="7047561" y="390147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Perfect</a:t>
              </a:r>
              <a:endParaRPr b="1" sz="800">
                <a:solidFill>
                  <a:schemeClr val="dk1"/>
                </a:solidFill>
              </a:endParaRPr>
            </a:p>
            <a:p>
              <a:pPr indent="0" lvl="0" marL="0" rtl="0" algn="ctr">
                <a:spcBef>
                  <a:spcPts val="0"/>
                </a:spcBef>
                <a:spcAft>
                  <a:spcPts val="0"/>
                </a:spcAft>
                <a:buClr>
                  <a:schemeClr val="dk1"/>
                </a:buClr>
                <a:buSzPts val="1100"/>
                <a:buFont typeface="Arial"/>
                <a:buNone/>
              </a:pPr>
              <a:r>
                <a:rPr b="1" lang="en" sz="800">
                  <a:solidFill>
                    <a:schemeClr val="dk1"/>
                  </a:solidFill>
                </a:rPr>
                <a:t>Distraction</a:t>
              </a:r>
              <a:endParaRPr b="1" sz="800"/>
            </a:p>
          </p:txBody>
        </p:sp>
        <p:sp>
          <p:nvSpPr>
            <p:cNvPr id="1457" name="Google Shape;1457;p25"/>
            <p:cNvSpPr txBox="1"/>
            <p:nvPr/>
          </p:nvSpPr>
          <p:spPr>
            <a:xfrm>
              <a:off x="7047561" y="475874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Reactive Distraction</a:t>
              </a:r>
              <a:endParaRPr b="1" sz="800"/>
            </a:p>
          </p:txBody>
        </p:sp>
      </p:grpSp>
      <p:grpSp>
        <p:nvGrpSpPr>
          <p:cNvPr id="1458" name="Google Shape;1458;p25"/>
          <p:cNvGrpSpPr/>
          <p:nvPr/>
        </p:nvGrpSpPr>
        <p:grpSpPr>
          <a:xfrm>
            <a:off x="826974" y="2186925"/>
            <a:ext cx="973300" cy="2911413"/>
            <a:chOff x="8079724" y="2186925"/>
            <a:chExt cx="973300" cy="2911413"/>
          </a:xfrm>
        </p:grpSpPr>
        <p:sp>
          <p:nvSpPr>
            <p:cNvPr id="1459" name="Google Shape;1459;p25"/>
            <p:cNvSpPr txBox="1"/>
            <p:nvPr/>
          </p:nvSpPr>
          <p:spPr>
            <a:xfrm>
              <a:off x="8080724"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Sly Striker</a:t>
              </a:r>
              <a:endParaRPr b="1" sz="800"/>
            </a:p>
          </p:txBody>
        </p:sp>
        <p:sp>
          <p:nvSpPr>
            <p:cNvPr id="1460" name="Google Shape;1460;p25"/>
            <p:cNvSpPr txBox="1"/>
            <p:nvPr/>
          </p:nvSpPr>
          <p:spPr>
            <a:xfrm>
              <a:off x="8079724" y="47587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solidFill>
                    <a:schemeClr val="dk1"/>
                  </a:solidFill>
                </a:rPr>
                <a:t>Impossible</a:t>
              </a:r>
              <a:endParaRPr b="1" sz="800">
                <a:solidFill>
                  <a:schemeClr val="dk1"/>
                </a:solidFill>
              </a:endParaRPr>
            </a:p>
            <a:p>
              <a:pPr indent="0" lvl="0" marL="0" rtl="0" algn="ctr">
                <a:spcBef>
                  <a:spcPts val="0"/>
                </a:spcBef>
                <a:spcAft>
                  <a:spcPts val="0"/>
                </a:spcAft>
                <a:buNone/>
              </a:pPr>
              <a:r>
                <a:rPr b="1" lang="en" sz="800">
                  <a:solidFill>
                    <a:schemeClr val="dk1"/>
                  </a:solidFill>
                </a:rPr>
                <a:t>Striker</a:t>
              </a:r>
              <a:endParaRPr b="1" sz="800"/>
            </a:p>
          </p:txBody>
        </p:sp>
      </p:grpSp>
      <p:cxnSp>
        <p:nvCxnSpPr>
          <p:cNvPr id="1461" name="Google Shape;1461;p25"/>
          <p:cNvCxnSpPr>
            <a:stCxn id="1459" idx="2"/>
            <a:endCxn id="1460" idx="0"/>
          </p:cNvCxnSpPr>
          <p:nvPr/>
        </p:nvCxnSpPr>
        <p:spPr>
          <a:xfrm rot="5400000">
            <a:off x="197524" y="3642225"/>
            <a:ext cx="2232300" cy="900"/>
          </a:xfrm>
          <a:prstGeom prst="bentConnector3">
            <a:avLst>
              <a:gd fmla="val 49998" name="adj1"/>
            </a:avLst>
          </a:prstGeom>
          <a:noFill/>
          <a:ln cap="flat" cmpd="sng" w="19050">
            <a:solidFill>
              <a:srgbClr val="000000"/>
            </a:solidFill>
            <a:prstDash val="solid"/>
            <a:round/>
            <a:headEnd len="med" w="med" type="none"/>
            <a:tailEnd len="med" w="med" type="triangle"/>
          </a:ln>
        </p:spPr>
      </p:cxnSp>
      <p:cxnSp>
        <p:nvCxnSpPr>
          <p:cNvPr id="1462" name="Google Shape;1462;p25"/>
          <p:cNvCxnSpPr>
            <a:stCxn id="1456" idx="2"/>
            <a:endCxn id="1457" idx="0"/>
          </p:cNvCxnSpPr>
          <p:nvPr/>
        </p:nvCxnSpPr>
        <p:spPr>
          <a:xfrm flipH="1" rot="-5400000">
            <a:off x="7275111" y="4499670"/>
            <a:ext cx="517800" cy="600"/>
          </a:xfrm>
          <a:prstGeom prst="bentConnector3">
            <a:avLst>
              <a:gd fmla="val 49988" name="adj1"/>
            </a:avLst>
          </a:prstGeom>
          <a:noFill/>
          <a:ln cap="flat" cmpd="sng" w="19050">
            <a:solidFill>
              <a:srgbClr val="000000"/>
            </a:solidFill>
            <a:prstDash val="solid"/>
            <a:round/>
            <a:headEnd len="med" w="med" type="none"/>
            <a:tailEnd len="med" w="med" type="triangle"/>
          </a:ln>
        </p:spPr>
      </p:cxnSp>
      <p:sp>
        <p:nvSpPr>
          <p:cNvPr id="1463" name="Google Shape;1463;p25"/>
          <p:cNvSpPr txBox="1"/>
          <p:nvPr/>
        </p:nvSpPr>
        <p:spPr>
          <a:xfrm>
            <a:off x="6016408"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Sneak Savant</a:t>
            </a:r>
            <a:endParaRPr b="1" sz="800"/>
          </a:p>
        </p:txBody>
      </p:sp>
      <p:sp>
        <p:nvSpPr>
          <p:cNvPr id="1464" name="Google Shape;1464;p25"/>
          <p:cNvSpPr txBox="1"/>
          <p:nvPr/>
        </p:nvSpPr>
        <p:spPr>
          <a:xfrm>
            <a:off x="3952079" y="17583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Light Step</a:t>
            </a:r>
            <a:endParaRPr b="1" sz="800"/>
          </a:p>
        </p:txBody>
      </p:sp>
      <p:sp>
        <p:nvSpPr>
          <p:cNvPr id="1465" name="Google Shape;1465;p25"/>
          <p:cNvSpPr txBox="1"/>
          <p:nvPr/>
        </p:nvSpPr>
        <p:spPr>
          <a:xfrm>
            <a:off x="1887740" y="17582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Gang Up</a:t>
            </a:r>
            <a:endParaRPr b="1" sz="800"/>
          </a:p>
        </p:txBody>
      </p:sp>
      <p:cxnSp>
        <p:nvCxnSpPr>
          <p:cNvPr id="1466" name="Google Shape;1466;p25"/>
          <p:cNvCxnSpPr>
            <a:stCxn id="1403" idx="2"/>
            <a:endCxn id="1432" idx="0"/>
          </p:cNvCxnSpPr>
          <p:nvPr/>
        </p:nvCxnSpPr>
        <p:spPr>
          <a:xfrm rot="5400000">
            <a:off x="4783894" y="1498413"/>
            <a:ext cx="1374900" cy="2100"/>
          </a:xfrm>
          <a:prstGeom prst="bentConnector3">
            <a:avLst>
              <a:gd fmla="val 50000" name="adj1"/>
            </a:avLst>
          </a:prstGeom>
          <a:noFill/>
          <a:ln cap="flat" cmpd="sng" w="19050">
            <a:solidFill>
              <a:srgbClr val="000000"/>
            </a:solidFill>
            <a:prstDash val="solid"/>
            <a:round/>
            <a:headEnd len="med" w="med" type="none"/>
            <a:tailEnd len="med" w="med" type="triangle"/>
          </a:ln>
        </p:spPr>
      </p:cxnSp>
      <p:pic>
        <p:nvPicPr>
          <p:cNvPr id="1467" name="Google Shape;1467;p25"/>
          <p:cNvPicPr preferRelativeResize="0"/>
          <p:nvPr/>
        </p:nvPicPr>
        <p:blipFill>
          <a:blip r:embed="rId4">
            <a:alphaModFix/>
          </a:blip>
          <a:stretch>
            <a:fillRect/>
          </a:stretch>
        </p:blipFill>
        <p:spPr>
          <a:xfrm>
            <a:off x="3623175" y="472433"/>
            <a:ext cx="271018" cy="186325"/>
          </a:xfrm>
          <a:prstGeom prst="rect">
            <a:avLst/>
          </a:prstGeom>
          <a:noFill/>
          <a:ln cap="flat" cmpd="sng" w="9525">
            <a:solidFill>
              <a:srgbClr val="000000"/>
            </a:solidFill>
            <a:prstDash val="solid"/>
            <a:round/>
            <a:headEnd len="sm" w="sm" type="none"/>
            <a:tailEnd len="sm" w="sm" type="none"/>
          </a:ln>
        </p:spPr>
      </p:pic>
      <p:pic>
        <p:nvPicPr>
          <p:cNvPr id="1468" name="Google Shape;1468;p25"/>
          <p:cNvPicPr preferRelativeResize="0"/>
          <p:nvPr/>
        </p:nvPicPr>
        <p:blipFill>
          <a:blip r:embed="rId5">
            <a:alphaModFix/>
          </a:blip>
          <a:stretch>
            <a:fillRect/>
          </a:stretch>
        </p:blipFill>
        <p:spPr>
          <a:xfrm>
            <a:off x="8847900" y="1327354"/>
            <a:ext cx="191500" cy="181421"/>
          </a:xfrm>
          <a:prstGeom prst="rect">
            <a:avLst/>
          </a:prstGeom>
          <a:noFill/>
          <a:ln cap="flat" cmpd="sng" w="9525">
            <a:solidFill>
              <a:srgbClr val="000000"/>
            </a:solidFill>
            <a:prstDash val="solid"/>
            <a:round/>
            <a:headEnd len="sm" w="sm" type="none"/>
            <a:tailEnd len="sm" w="sm" type="none"/>
          </a:ln>
        </p:spPr>
      </p:pic>
      <p:pic>
        <p:nvPicPr>
          <p:cNvPr id="1469" name="Google Shape;1469;p25"/>
          <p:cNvPicPr preferRelativeResize="0"/>
          <p:nvPr/>
        </p:nvPicPr>
        <p:blipFill>
          <a:blip r:embed="rId3">
            <a:alphaModFix/>
          </a:blip>
          <a:stretch>
            <a:fillRect/>
          </a:stretch>
        </p:blipFill>
        <p:spPr>
          <a:xfrm>
            <a:off x="8871319" y="901038"/>
            <a:ext cx="181700" cy="176775"/>
          </a:xfrm>
          <a:prstGeom prst="rect">
            <a:avLst/>
          </a:prstGeom>
          <a:noFill/>
          <a:ln cap="flat" cmpd="sng" w="9525">
            <a:solidFill>
              <a:srgbClr val="000000"/>
            </a:solidFill>
            <a:prstDash val="solid"/>
            <a:round/>
            <a:headEnd len="sm" w="sm" type="none"/>
            <a:tailEnd len="sm" w="sm" type="none"/>
          </a:ln>
        </p:spPr>
      </p:pic>
      <p:pic>
        <p:nvPicPr>
          <p:cNvPr id="1470" name="Google Shape;1470;p25"/>
          <p:cNvPicPr preferRelativeResize="0"/>
          <p:nvPr/>
        </p:nvPicPr>
        <p:blipFill>
          <a:blip r:embed="rId6">
            <a:alphaModFix/>
          </a:blip>
          <a:stretch>
            <a:fillRect/>
          </a:stretch>
        </p:blipFill>
        <p:spPr>
          <a:xfrm>
            <a:off x="5747490" y="472437"/>
            <a:ext cx="209060" cy="186325"/>
          </a:xfrm>
          <a:prstGeom prst="rect">
            <a:avLst/>
          </a:prstGeom>
          <a:noFill/>
          <a:ln cap="flat" cmpd="sng" w="9525">
            <a:solidFill>
              <a:srgbClr val="000000"/>
            </a:solidFill>
            <a:prstDash val="solid"/>
            <a:round/>
            <a:headEnd len="sm" w="sm" type="none"/>
            <a:tailEnd len="sm" w="sm" type="none"/>
          </a:ln>
        </p:spPr>
      </p:pic>
      <p:pic>
        <p:nvPicPr>
          <p:cNvPr id="1471" name="Google Shape;1471;p25"/>
          <p:cNvPicPr preferRelativeResize="0"/>
          <p:nvPr/>
        </p:nvPicPr>
        <p:blipFill>
          <a:blip r:embed="rId6">
            <a:alphaModFix/>
          </a:blip>
          <a:stretch>
            <a:fillRect/>
          </a:stretch>
        </p:blipFill>
        <p:spPr>
          <a:xfrm>
            <a:off x="4716315" y="472424"/>
            <a:ext cx="209060" cy="186325"/>
          </a:xfrm>
          <a:prstGeom prst="rect">
            <a:avLst/>
          </a:prstGeom>
          <a:noFill/>
          <a:ln cap="flat" cmpd="sng" w="9525">
            <a:solidFill>
              <a:srgbClr val="000000"/>
            </a:solidFill>
            <a:prstDash val="solid"/>
            <a:round/>
            <a:headEnd len="sm" w="sm" type="none"/>
            <a:tailEnd len="sm" w="sm" type="none"/>
          </a:ln>
        </p:spPr>
      </p:pic>
      <p:pic>
        <p:nvPicPr>
          <p:cNvPr id="1472" name="Google Shape;1472;p25"/>
          <p:cNvPicPr preferRelativeResize="0"/>
          <p:nvPr/>
        </p:nvPicPr>
        <p:blipFill>
          <a:blip r:embed="rId3">
            <a:alphaModFix/>
          </a:blip>
          <a:stretch>
            <a:fillRect/>
          </a:stretch>
        </p:blipFill>
        <p:spPr>
          <a:xfrm>
            <a:off x="4729994" y="1334438"/>
            <a:ext cx="181700" cy="176775"/>
          </a:xfrm>
          <a:prstGeom prst="rect">
            <a:avLst/>
          </a:prstGeom>
          <a:noFill/>
          <a:ln cap="flat" cmpd="sng" w="9525">
            <a:solidFill>
              <a:srgbClr val="000000"/>
            </a:solidFill>
            <a:prstDash val="solid"/>
            <a:round/>
            <a:headEnd len="sm" w="sm" type="none"/>
            <a:tailEnd len="sm" w="sm" type="none"/>
          </a:ln>
        </p:spPr>
      </p:pic>
      <p:pic>
        <p:nvPicPr>
          <p:cNvPr id="1473" name="Google Shape;1473;p25"/>
          <p:cNvPicPr preferRelativeResize="0"/>
          <p:nvPr/>
        </p:nvPicPr>
        <p:blipFill>
          <a:blip r:embed="rId3">
            <a:alphaModFix/>
          </a:blip>
          <a:stretch>
            <a:fillRect/>
          </a:stretch>
        </p:blipFill>
        <p:spPr>
          <a:xfrm>
            <a:off x="7827444" y="1334450"/>
            <a:ext cx="181700" cy="176775"/>
          </a:xfrm>
          <a:prstGeom prst="rect">
            <a:avLst/>
          </a:prstGeom>
          <a:noFill/>
          <a:ln cap="flat" cmpd="sng" w="9525">
            <a:solidFill>
              <a:srgbClr val="000000"/>
            </a:solidFill>
            <a:prstDash val="solid"/>
            <a:round/>
            <a:headEnd len="sm" w="sm" type="none"/>
            <a:tailEnd len="sm" w="sm" type="none"/>
          </a:ln>
        </p:spPr>
      </p:pic>
      <p:pic>
        <p:nvPicPr>
          <p:cNvPr id="1474" name="Google Shape;1474;p25"/>
          <p:cNvPicPr preferRelativeResize="0"/>
          <p:nvPr/>
        </p:nvPicPr>
        <p:blipFill>
          <a:blip r:embed="rId3">
            <a:alphaModFix/>
          </a:blip>
          <a:stretch>
            <a:fillRect/>
          </a:stretch>
        </p:blipFill>
        <p:spPr>
          <a:xfrm>
            <a:off x="6795331" y="1763063"/>
            <a:ext cx="181700" cy="176775"/>
          </a:xfrm>
          <a:prstGeom prst="rect">
            <a:avLst/>
          </a:prstGeom>
          <a:noFill/>
          <a:ln cap="flat" cmpd="sng" w="9525">
            <a:solidFill>
              <a:srgbClr val="000000"/>
            </a:solidFill>
            <a:prstDash val="solid"/>
            <a:round/>
            <a:headEnd len="sm" w="sm" type="none"/>
            <a:tailEnd len="sm" w="sm" type="none"/>
          </a:ln>
        </p:spPr>
      </p:pic>
      <p:pic>
        <p:nvPicPr>
          <p:cNvPr id="1475" name="Google Shape;1475;p25"/>
          <p:cNvPicPr preferRelativeResize="0"/>
          <p:nvPr/>
        </p:nvPicPr>
        <p:blipFill>
          <a:blip r:embed="rId3">
            <a:alphaModFix/>
          </a:blip>
          <a:stretch>
            <a:fillRect/>
          </a:stretch>
        </p:blipFill>
        <p:spPr>
          <a:xfrm>
            <a:off x="8871331" y="1759463"/>
            <a:ext cx="181700" cy="176775"/>
          </a:xfrm>
          <a:prstGeom prst="rect">
            <a:avLst/>
          </a:prstGeom>
          <a:noFill/>
          <a:ln cap="flat" cmpd="sng" w="9525">
            <a:solidFill>
              <a:srgbClr val="000000"/>
            </a:solidFill>
            <a:prstDash val="solid"/>
            <a:round/>
            <a:headEnd len="sm" w="sm" type="none"/>
            <a:tailEnd len="sm" w="sm" type="none"/>
          </a:ln>
        </p:spPr>
      </p:pic>
      <p:pic>
        <p:nvPicPr>
          <p:cNvPr id="1476" name="Google Shape;1476;p25"/>
          <p:cNvPicPr preferRelativeResize="0"/>
          <p:nvPr/>
        </p:nvPicPr>
        <p:blipFill>
          <a:blip r:embed="rId6">
            <a:alphaModFix/>
          </a:blip>
          <a:stretch>
            <a:fillRect/>
          </a:stretch>
        </p:blipFill>
        <p:spPr>
          <a:xfrm>
            <a:off x="3683178" y="2186949"/>
            <a:ext cx="209060" cy="186325"/>
          </a:xfrm>
          <a:prstGeom prst="rect">
            <a:avLst/>
          </a:prstGeom>
          <a:noFill/>
          <a:ln cap="flat" cmpd="sng" w="9525">
            <a:solidFill>
              <a:srgbClr val="000000"/>
            </a:solidFill>
            <a:prstDash val="solid"/>
            <a:round/>
            <a:headEnd len="sm" w="sm" type="none"/>
            <a:tailEnd len="sm" w="sm" type="none"/>
          </a:ln>
        </p:spPr>
      </p:pic>
      <p:pic>
        <p:nvPicPr>
          <p:cNvPr id="1477" name="Google Shape;1477;p25"/>
          <p:cNvPicPr preferRelativeResize="0"/>
          <p:nvPr/>
        </p:nvPicPr>
        <p:blipFill>
          <a:blip r:embed="rId6">
            <a:alphaModFix/>
          </a:blip>
          <a:stretch>
            <a:fillRect/>
          </a:stretch>
        </p:blipFill>
        <p:spPr>
          <a:xfrm>
            <a:off x="6780615" y="2184549"/>
            <a:ext cx="209060" cy="186325"/>
          </a:xfrm>
          <a:prstGeom prst="rect">
            <a:avLst/>
          </a:prstGeom>
          <a:noFill/>
          <a:ln cap="flat" cmpd="sng" w="9525">
            <a:solidFill>
              <a:srgbClr val="000000"/>
            </a:solidFill>
            <a:prstDash val="solid"/>
            <a:round/>
            <a:headEnd len="sm" w="sm" type="none"/>
            <a:tailEnd len="sm" w="sm" type="none"/>
          </a:ln>
        </p:spPr>
      </p:pic>
      <p:pic>
        <p:nvPicPr>
          <p:cNvPr id="1478" name="Google Shape;1478;p25"/>
          <p:cNvPicPr preferRelativeResize="0"/>
          <p:nvPr/>
        </p:nvPicPr>
        <p:blipFill>
          <a:blip r:embed="rId6">
            <a:alphaModFix/>
          </a:blip>
          <a:stretch>
            <a:fillRect/>
          </a:stretch>
        </p:blipFill>
        <p:spPr>
          <a:xfrm>
            <a:off x="7813753" y="2186937"/>
            <a:ext cx="209060" cy="186325"/>
          </a:xfrm>
          <a:prstGeom prst="rect">
            <a:avLst/>
          </a:prstGeom>
          <a:noFill/>
          <a:ln cap="flat" cmpd="sng" w="9525">
            <a:solidFill>
              <a:srgbClr val="000000"/>
            </a:solidFill>
            <a:prstDash val="solid"/>
            <a:round/>
            <a:headEnd len="sm" w="sm" type="none"/>
            <a:tailEnd len="sm" w="sm" type="none"/>
          </a:ln>
        </p:spPr>
      </p:pic>
      <p:pic>
        <p:nvPicPr>
          <p:cNvPr id="1479" name="Google Shape;1479;p25"/>
          <p:cNvPicPr preferRelativeResize="0"/>
          <p:nvPr/>
        </p:nvPicPr>
        <p:blipFill>
          <a:blip r:embed="rId4">
            <a:alphaModFix/>
          </a:blip>
          <a:stretch>
            <a:fillRect/>
          </a:stretch>
        </p:blipFill>
        <p:spPr>
          <a:xfrm>
            <a:off x="3621150" y="3044208"/>
            <a:ext cx="271018" cy="186325"/>
          </a:xfrm>
          <a:prstGeom prst="rect">
            <a:avLst/>
          </a:prstGeom>
          <a:noFill/>
          <a:ln cap="flat" cmpd="sng" w="9525">
            <a:solidFill>
              <a:srgbClr val="000000"/>
            </a:solidFill>
            <a:prstDash val="solid"/>
            <a:round/>
            <a:headEnd len="sm" w="sm" type="none"/>
            <a:tailEnd len="sm" w="sm" type="none"/>
          </a:ln>
        </p:spPr>
      </p:pic>
      <p:pic>
        <p:nvPicPr>
          <p:cNvPr id="1480" name="Google Shape;1480;p25"/>
          <p:cNvPicPr preferRelativeResize="0"/>
          <p:nvPr/>
        </p:nvPicPr>
        <p:blipFill>
          <a:blip r:embed="rId4">
            <a:alphaModFix/>
          </a:blip>
          <a:stretch>
            <a:fillRect/>
          </a:stretch>
        </p:blipFill>
        <p:spPr>
          <a:xfrm>
            <a:off x="4652250" y="3044183"/>
            <a:ext cx="271018" cy="186325"/>
          </a:xfrm>
          <a:prstGeom prst="rect">
            <a:avLst/>
          </a:prstGeom>
          <a:noFill/>
          <a:ln cap="flat" cmpd="sng" w="9525">
            <a:solidFill>
              <a:srgbClr val="000000"/>
            </a:solidFill>
            <a:prstDash val="solid"/>
            <a:round/>
            <a:headEnd len="sm" w="sm" type="none"/>
            <a:tailEnd len="sm" w="sm" type="none"/>
          </a:ln>
        </p:spPr>
      </p:pic>
      <p:pic>
        <p:nvPicPr>
          <p:cNvPr id="1481" name="Google Shape;1481;p25"/>
          <p:cNvPicPr preferRelativeResize="0"/>
          <p:nvPr/>
        </p:nvPicPr>
        <p:blipFill>
          <a:blip r:embed="rId6">
            <a:alphaModFix/>
          </a:blip>
          <a:stretch>
            <a:fillRect/>
          </a:stretch>
        </p:blipFill>
        <p:spPr>
          <a:xfrm>
            <a:off x="6780615" y="3469849"/>
            <a:ext cx="209060" cy="186325"/>
          </a:xfrm>
          <a:prstGeom prst="rect">
            <a:avLst/>
          </a:prstGeom>
          <a:noFill/>
          <a:ln cap="flat" cmpd="sng" w="9525">
            <a:solidFill>
              <a:srgbClr val="000000"/>
            </a:solidFill>
            <a:prstDash val="solid"/>
            <a:round/>
            <a:headEnd len="sm" w="sm" type="none"/>
            <a:tailEnd len="sm" w="sm" type="none"/>
          </a:ln>
        </p:spPr>
      </p:pic>
      <p:pic>
        <p:nvPicPr>
          <p:cNvPr id="1482" name="Google Shape;1482;p25"/>
          <p:cNvPicPr preferRelativeResize="0"/>
          <p:nvPr/>
        </p:nvPicPr>
        <p:blipFill>
          <a:blip r:embed="rId6">
            <a:alphaModFix/>
          </a:blip>
          <a:stretch>
            <a:fillRect/>
          </a:stretch>
        </p:blipFill>
        <p:spPr>
          <a:xfrm>
            <a:off x="5747490" y="3044174"/>
            <a:ext cx="209060" cy="186325"/>
          </a:xfrm>
          <a:prstGeom prst="rect">
            <a:avLst/>
          </a:prstGeom>
          <a:noFill/>
          <a:ln cap="flat" cmpd="sng" w="9525">
            <a:solidFill>
              <a:srgbClr val="000000"/>
            </a:solidFill>
            <a:prstDash val="solid"/>
            <a:round/>
            <a:headEnd len="sm" w="sm" type="none"/>
            <a:tailEnd len="sm" w="sm" type="none"/>
          </a:ln>
        </p:spPr>
      </p:pic>
      <p:pic>
        <p:nvPicPr>
          <p:cNvPr id="1483" name="Google Shape;1483;p25"/>
          <p:cNvPicPr preferRelativeResize="0"/>
          <p:nvPr/>
        </p:nvPicPr>
        <p:blipFill>
          <a:blip r:embed="rId3">
            <a:alphaModFix/>
          </a:blip>
          <a:stretch>
            <a:fillRect/>
          </a:stretch>
        </p:blipFill>
        <p:spPr>
          <a:xfrm>
            <a:off x="6809006" y="3047775"/>
            <a:ext cx="181700" cy="176775"/>
          </a:xfrm>
          <a:prstGeom prst="rect">
            <a:avLst/>
          </a:prstGeom>
          <a:noFill/>
          <a:ln cap="flat" cmpd="sng" w="9525">
            <a:solidFill>
              <a:srgbClr val="000000"/>
            </a:solidFill>
            <a:prstDash val="solid"/>
            <a:round/>
            <a:headEnd len="sm" w="sm" type="none"/>
            <a:tailEnd len="sm" w="sm" type="none"/>
          </a:ln>
        </p:spPr>
      </p:pic>
      <p:pic>
        <p:nvPicPr>
          <p:cNvPr id="1484" name="Google Shape;1484;p25"/>
          <p:cNvPicPr preferRelativeResize="0"/>
          <p:nvPr/>
        </p:nvPicPr>
        <p:blipFill>
          <a:blip r:embed="rId3">
            <a:alphaModFix/>
          </a:blip>
          <a:stretch>
            <a:fillRect/>
          </a:stretch>
        </p:blipFill>
        <p:spPr>
          <a:xfrm>
            <a:off x="4741706" y="3477575"/>
            <a:ext cx="181700" cy="176775"/>
          </a:xfrm>
          <a:prstGeom prst="rect">
            <a:avLst/>
          </a:prstGeom>
          <a:noFill/>
          <a:ln cap="flat" cmpd="sng" w="9525">
            <a:solidFill>
              <a:srgbClr val="000000"/>
            </a:solidFill>
            <a:prstDash val="solid"/>
            <a:round/>
            <a:headEnd len="sm" w="sm" type="none"/>
            <a:tailEnd len="sm" w="sm" type="none"/>
          </a:ln>
        </p:spPr>
      </p:pic>
      <p:pic>
        <p:nvPicPr>
          <p:cNvPr id="1485" name="Google Shape;1485;p25"/>
          <p:cNvPicPr preferRelativeResize="0"/>
          <p:nvPr/>
        </p:nvPicPr>
        <p:blipFill>
          <a:blip r:embed="rId6">
            <a:alphaModFix/>
          </a:blip>
          <a:stretch>
            <a:fillRect/>
          </a:stretch>
        </p:blipFill>
        <p:spPr>
          <a:xfrm>
            <a:off x="5746428" y="3901449"/>
            <a:ext cx="209060" cy="186325"/>
          </a:xfrm>
          <a:prstGeom prst="rect">
            <a:avLst/>
          </a:prstGeom>
          <a:noFill/>
          <a:ln cap="flat" cmpd="sng" w="9525">
            <a:solidFill>
              <a:srgbClr val="000000"/>
            </a:solidFill>
            <a:prstDash val="solid"/>
            <a:round/>
            <a:headEnd len="sm" w="sm" type="none"/>
            <a:tailEnd len="sm" w="sm" type="none"/>
          </a:ln>
        </p:spPr>
      </p:pic>
      <p:pic>
        <p:nvPicPr>
          <p:cNvPr id="1486" name="Google Shape;1486;p25"/>
          <p:cNvPicPr preferRelativeResize="0"/>
          <p:nvPr/>
        </p:nvPicPr>
        <p:blipFill>
          <a:blip r:embed="rId4">
            <a:alphaModFix/>
          </a:blip>
          <a:stretch>
            <a:fillRect/>
          </a:stretch>
        </p:blipFill>
        <p:spPr>
          <a:xfrm>
            <a:off x="6716663" y="3899983"/>
            <a:ext cx="271018" cy="186325"/>
          </a:xfrm>
          <a:prstGeom prst="rect">
            <a:avLst/>
          </a:prstGeom>
          <a:noFill/>
          <a:ln cap="flat" cmpd="sng" w="9525">
            <a:solidFill>
              <a:srgbClr val="000000"/>
            </a:solidFill>
            <a:prstDash val="solid"/>
            <a:round/>
            <a:headEnd len="sm" w="sm" type="none"/>
            <a:tailEnd len="sm" w="sm" type="none"/>
          </a:ln>
        </p:spPr>
      </p:pic>
      <p:pic>
        <p:nvPicPr>
          <p:cNvPr id="1487" name="Google Shape;1487;p25"/>
          <p:cNvPicPr preferRelativeResize="0"/>
          <p:nvPr/>
        </p:nvPicPr>
        <p:blipFill>
          <a:blip r:embed="rId4">
            <a:alphaModFix/>
          </a:blip>
          <a:stretch>
            <a:fillRect/>
          </a:stretch>
        </p:blipFill>
        <p:spPr>
          <a:xfrm>
            <a:off x="4652375" y="4330120"/>
            <a:ext cx="271018" cy="186325"/>
          </a:xfrm>
          <a:prstGeom prst="rect">
            <a:avLst/>
          </a:prstGeom>
          <a:noFill/>
          <a:ln cap="flat" cmpd="sng" w="9525">
            <a:solidFill>
              <a:srgbClr val="000000"/>
            </a:solidFill>
            <a:prstDash val="solid"/>
            <a:round/>
            <a:headEnd len="sm" w="sm" type="none"/>
            <a:tailEnd len="sm" w="sm" type="none"/>
          </a:ln>
        </p:spPr>
      </p:pic>
      <p:pic>
        <p:nvPicPr>
          <p:cNvPr id="1488" name="Google Shape;1488;p25"/>
          <p:cNvPicPr preferRelativeResize="0"/>
          <p:nvPr/>
        </p:nvPicPr>
        <p:blipFill>
          <a:blip r:embed="rId6">
            <a:alphaModFix/>
          </a:blip>
          <a:stretch>
            <a:fillRect/>
          </a:stretch>
        </p:blipFill>
        <p:spPr>
          <a:xfrm>
            <a:off x="6778615" y="4329362"/>
            <a:ext cx="209060" cy="186325"/>
          </a:xfrm>
          <a:prstGeom prst="rect">
            <a:avLst/>
          </a:prstGeom>
          <a:noFill/>
          <a:ln cap="flat" cmpd="sng" w="9525">
            <a:solidFill>
              <a:srgbClr val="000000"/>
            </a:solidFill>
            <a:prstDash val="solid"/>
            <a:round/>
            <a:headEnd len="sm" w="sm" type="none"/>
            <a:tailEnd len="sm" w="sm" type="none"/>
          </a:ln>
        </p:spPr>
      </p:pic>
      <p:pic>
        <p:nvPicPr>
          <p:cNvPr id="1489" name="Google Shape;1489;p25"/>
          <p:cNvPicPr preferRelativeResize="0"/>
          <p:nvPr/>
        </p:nvPicPr>
        <p:blipFill>
          <a:blip r:embed="rId6">
            <a:alphaModFix/>
          </a:blip>
          <a:stretch>
            <a:fillRect/>
          </a:stretch>
        </p:blipFill>
        <p:spPr>
          <a:xfrm>
            <a:off x="6778615" y="4758724"/>
            <a:ext cx="209060" cy="186325"/>
          </a:xfrm>
          <a:prstGeom prst="rect">
            <a:avLst/>
          </a:prstGeom>
          <a:noFill/>
          <a:ln cap="flat" cmpd="sng" w="9525">
            <a:solidFill>
              <a:srgbClr val="000000"/>
            </a:solidFill>
            <a:prstDash val="solid"/>
            <a:round/>
            <a:headEnd len="sm" w="sm" type="none"/>
            <a:tailEnd len="sm" w="sm" type="none"/>
          </a:ln>
        </p:spPr>
      </p:pic>
      <p:pic>
        <p:nvPicPr>
          <p:cNvPr id="1490" name="Google Shape;1490;p25"/>
          <p:cNvPicPr preferRelativeResize="0"/>
          <p:nvPr/>
        </p:nvPicPr>
        <p:blipFill>
          <a:blip r:embed="rId6">
            <a:alphaModFix/>
          </a:blip>
          <a:stretch>
            <a:fillRect/>
          </a:stretch>
        </p:blipFill>
        <p:spPr>
          <a:xfrm>
            <a:off x="7813765" y="4758724"/>
            <a:ext cx="209060" cy="186325"/>
          </a:xfrm>
          <a:prstGeom prst="rect">
            <a:avLst/>
          </a:prstGeom>
          <a:noFill/>
          <a:ln cap="flat" cmpd="sng" w="9525">
            <a:solidFill>
              <a:srgbClr val="000000"/>
            </a:solidFill>
            <a:prstDash val="solid"/>
            <a:round/>
            <a:headEnd len="sm" w="sm" type="none"/>
            <a:tailEnd len="sm" w="sm" type="none"/>
          </a:ln>
        </p:spPr>
      </p:pic>
      <p:pic>
        <p:nvPicPr>
          <p:cNvPr id="1491" name="Google Shape;1491;p25"/>
          <p:cNvPicPr preferRelativeResize="0"/>
          <p:nvPr/>
        </p:nvPicPr>
        <p:blipFill>
          <a:blip r:embed="rId3">
            <a:alphaModFix/>
          </a:blip>
          <a:stretch>
            <a:fillRect/>
          </a:stretch>
        </p:blipFill>
        <p:spPr>
          <a:xfrm>
            <a:off x="7827456" y="3910988"/>
            <a:ext cx="181700" cy="176775"/>
          </a:xfrm>
          <a:prstGeom prst="rect">
            <a:avLst/>
          </a:prstGeom>
          <a:noFill/>
          <a:ln cap="flat" cmpd="sng" w="9525">
            <a:solidFill>
              <a:srgbClr val="000000"/>
            </a:solidFill>
            <a:prstDash val="solid"/>
            <a:round/>
            <a:headEnd len="sm" w="sm" type="none"/>
            <a:tailEnd len="sm" w="sm" type="none"/>
          </a:ln>
        </p:spPr>
      </p:pic>
      <p:pic>
        <p:nvPicPr>
          <p:cNvPr id="1492" name="Google Shape;1492;p25"/>
          <p:cNvPicPr preferRelativeResize="0"/>
          <p:nvPr/>
        </p:nvPicPr>
        <p:blipFill>
          <a:blip r:embed="rId5">
            <a:alphaModFix/>
          </a:blip>
          <a:stretch>
            <a:fillRect/>
          </a:stretch>
        </p:blipFill>
        <p:spPr>
          <a:xfrm>
            <a:off x="3699750" y="3475279"/>
            <a:ext cx="191500" cy="181421"/>
          </a:xfrm>
          <a:prstGeom prst="rect">
            <a:avLst/>
          </a:prstGeom>
          <a:noFill/>
          <a:ln cap="flat" cmpd="sng" w="9525">
            <a:solidFill>
              <a:srgbClr val="000000"/>
            </a:solidFill>
            <a:prstDash val="solid"/>
            <a:round/>
            <a:headEnd len="sm" w="sm" type="none"/>
            <a:tailEnd len="sm" w="sm" type="none"/>
          </a:ln>
        </p:spPr>
      </p:pic>
      <p:pic>
        <p:nvPicPr>
          <p:cNvPr id="1493" name="Google Shape;1493;p25"/>
          <p:cNvPicPr preferRelativeResize="0"/>
          <p:nvPr/>
        </p:nvPicPr>
        <p:blipFill>
          <a:blip r:embed="rId6">
            <a:alphaModFix/>
          </a:blip>
          <a:stretch>
            <a:fillRect/>
          </a:stretch>
        </p:blipFill>
        <p:spPr>
          <a:xfrm>
            <a:off x="6781640" y="1329674"/>
            <a:ext cx="209060" cy="186325"/>
          </a:xfrm>
          <a:prstGeom prst="rect">
            <a:avLst/>
          </a:prstGeom>
          <a:noFill/>
          <a:ln cap="flat" cmpd="sng" w="9525">
            <a:solidFill>
              <a:srgbClr val="000000"/>
            </a:solidFill>
            <a:prstDash val="solid"/>
            <a:round/>
            <a:headEnd len="sm" w="sm" type="none"/>
            <a:tailEnd len="sm" w="sm" type="none"/>
          </a:ln>
        </p:spPr>
      </p:pic>
      <p:sp>
        <p:nvSpPr>
          <p:cNvPr id="1494" name="Google Shape;1494;p25"/>
          <p:cNvSpPr/>
          <p:nvPr/>
        </p:nvSpPr>
        <p:spPr>
          <a:xfrm>
            <a:off x="1862743" y="2142523"/>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P</a:t>
            </a:r>
            <a:endParaRPr sz="600"/>
          </a:p>
        </p:txBody>
      </p:sp>
      <p:sp>
        <p:nvSpPr>
          <p:cNvPr id="1495" name="Google Shape;1495;p25"/>
          <p:cNvSpPr/>
          <p:nvPr/>
        </p:nvSpPr>
        <p:spPr>
          <a:xfrm>
            <a:off x="5955493" y="2569985"/>
            <a:ext cx="233135" cy="233114"/>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S</a:t>
            </a:r>
            <a:endParaRPr sz="600"/>
          </a:p>
        </p:txBody>
      </p:sp>
      <p:sp>
        <p:nvSpPr>
          <p:cNvPr id="1496" name="Google Shape;1496;p25"/>
          <p:cNvSpPr/>
          <p:nvPr/>
        </p:nvSpPr>
        <p:spPr>
          <a:xfrm>
            <a:off x="2878148" y="3857053"/>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D</a:t>
            </a:r>
            <a:endParaRPr sz="600"/>
          </a:p>
        </p:txBody>
      </p:sp>
      <p:sp>
        <p:nvSpPr>
          <p:cNvPr id="1497" name="Google Shape;1497;p25"/>
          <p:cNvSpPr/>
          <p:nvPr/>
        </p:nvSpPr>
        <p:spPr>
          <a:xfrm>
            <a:off x="3930673" y="3857053"/>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Ac</a:t>
            </a:r>
            <a:endParaRPr sz="600"/>
          </a:p>
        </p:txBody>
      </p:sp>
      <p:sp>
        <p:nvSpPr>
          <p:cNvPr id="1498" name="Google Shape;1498;p25"/>
          <p:cNvSpPr/>
          <p:nvPr/>
        </p:nvSpPr>
        <p:spPr>
          <a:xfrm>
            <a:off x="7037523" y="385707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D</a:t>
            </a:r>
            <a:endParaRPr sz="600"/>
          </a:p>
        </p:txBody>
      </p:sp>
      <p:sp>
        <p:nvSpPr>
          <p:cNvPr id="1499" name="Google Shape;1499;p25"/>
          <p:cNvSpPr/>
          <p:nvPr/>
        </p:nvSpPr>
        <p:spPr>
          <a:xfrm>
            <a:off x="5955510" y="466562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S</a:t>
            </a:r>
            <a:endParaRPr sz="600"/>
          </a:p>
        </p:txBody>
      </p:sp>
      <p:sp>
        <p:nvSpPr>
          <p:cNvPr id="1500" name="Google Shape;1500;p25"/>
          <p:cNvSpPr/>
          <p:nvPr/>
        </p:nvSpPr>
        <p:spPr>
          <a:xfrm>
            <a:off x="7017610" y="4665628"/>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D</a:t>
            </a:r>
            <a:endParaRPr sz="600"/>
          </a:p>
        </p:txBody>
      </p:sp>
      <p:sp>
        <p:nvSpPr>
          <p:cNvPr id="1501" name="Google Shape;1501;p25"/>
          <p:cNvSpPr/>
          <p:nvPr/>
        </p:nvSpPr>
        <p:spPr>
          <a:xfrm>
            <a:off x="4690298" y="4488203"/>
            <a:ext cx="233100" cy="2331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Ac</a:t>
            </a:r>
            <a:endParaRPr sz="600"/>
          </a:p>
        </p:txBody>
      </p:sp>
      <p:sp>
        <p:nvSpPr>
          <p:cNvPr id="1502" name="Google Shape;1502;p25"/>
          <p:cNvSpPr/>
          <p:nvPr/>
        </p:nvSpPr>
        <p:spPr>
          <a:xfrm>
            <a:off x="3930669" y="405594"/>
            <a:ext cx="233100" cy="233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I</a:t>
            </a:r>
            <a:endParaRPr sz="600"/>
          </a:p>
        </p:txBody>
      </p:sp>
      <p:grpSp>
        <p:nvGrpSpPr>
          <p:cNvPr id="1503" name="Google Shape;1503;p25"/>
          <p:cNvGrpSpPr/>
          <p:nvPr/>
        </p:nvGrpSpPr>
        <p:grpSpPr>
          <a:xfrm>
            <a:off x="7372438" y="2750763"/>
            <a:ext cx="1485300" cy="980400"/>
            <a:chOff x="1099038" y="4009675"/>
            <a:chExt cx="1485300" cy="980400"/>
          </a:xfrm>
        </p:grpSpPr>
        <p:sp>
          <p:nvSpPr>
            <p:cNvPr id="1504" name="Google Shape;1504;p25"/>
            <p:cNvSpPr/>
            <p:nvPr/>
          </p:nvSpPr>
          <p:spPr>
            <a:xfrm>
              <a:off x="1099038" y="4009675"/>
              <a:ext cx="1485300" cy="9804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sp>
          <p:nvSpPr>
            <p:cNvPr id="1505" name="Google Shape;1505;p25"/>
            <p:cNvSpPr txBox="1"/>
            <p:nvPr/>
          </p:nvSpPr>
          <p:spPr>
            <a:xfrm>
              <a:off x="1160049" y="4708987"/>
              <a:ext cx="657000" cy="229500"/>
            </a:xfrm>
            <a:prstGeom prst="rect">
              <a:avLst/>
            </a:prstGeom>
            <a:solidFill>
              <a:srgbClr val="93C47D"/>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Scoundrel</a:t>
              </a:r>
              <a:endParaRPr b="1" sz="600"/>
            </a:p>
            <a:p>
              <a:pPr indent="0" lvl="0" marL="0" rtl="0" algn="ctr">
                <a:spcBef>
                  <a:spcPts val="0"/>
                </a:spcBef>
                <a:spcAft>
                  <a:spcPts val="0"/>
                </a:spcAft>
                <a:buNone/>
              </a:pPr>
              <a:r>
                <a:rPr b="1" lang="en" sz="600"/>
                <a:t>Racket</a:t>
              </a:r>
              <a:endParaRPr b="1" sz="600"/>
            </a:p>
          </p:txBody>
        </p:sp>
        <p:cxnSp>
          <p:nvCxnSpPr>
            <p:cNvPr id="1506" name="Google Shape;1506;p25"/>
            <p:cNvCxnSpPr/>
            <p:nvPr/>
          </p:nvCxnSpPr>
          <p:spPr>
            <a:xfrm rot="10800000">
              <a:off x="1611888" y="435750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1507" name="Google Shape;1507;p25"/>
            <p:cNvSpPr txBox="1"/>
            <p:nvPr/>
          </p:nvSpPr>
          <p:spPr>
            <a:xfrm>
              <a:off x="1619688" y="421924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sp>
          <p:nvSpPr>
            <p:cNvPr id="1508" name="Google Shape;1508;p25"/>
            <p:cNvSpPr txBox="1"/>
            <p:nvPr/>
          </p:nvSpPr>
          <p:spPr>
            <a:xfrm>
              <a:off x="1863849" y="4708987"/>
              <a:ext cx="657000" cy="229500"/>
            </a:xfrm>
            <a:prstGeom prst="rect">
              <a:avLst/>
            </a:prstGeom>
            <a:solidFill>
              <a:srgbClr val="6FA8DC"/>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Thief</a:t>
              </a:r>
              <a:endParaRPr b="1" sz="600"/>
            </a:p>
            <a:p>
              <a:pPr indent="0" lvl="0" marL="0" rtl="0" algn="ctr">
                <a:spcBef>
                  <a:spcPts val="0"/>
                </a:spcBef>
                <a:spcAft>
                  <a:spcPts val="0"/>
                </a:spcAft>
                <a:buNone/>
              </a:pPr>
              <a:r>
                <a:rPr b="1" lang="en" sz="600"/>
                <a:t>Racket</a:t>
              </a:r>
              <a:endParaRPr b="1" sz="600"/>
            </a:p>
          </p:txBody>
        </p:sp>
        <p:sp>
          <p:nvSpPr>
            <p:cNvPr id="1509" name="Google Shape;1509;p25"/>
            <p:cNvSpPr txBox="1"/>
            <p:nvPr/>
          </p:nvSpPr>
          <p:spPr>
            <a:xfrm>
              <a:off x="1869199" y="4441312"/>
              <a:ext cx="657000" cy="229500"/>
            </a:xfrm>
            <a:prstGeom prst="rect">
              <a:avLst/>
            </a:prstGeom>
            <a:solidFill>
              <a:srgbClr val="E06666"/>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600"/>
                <a:t>Ruffian</a:t>
              </a:r>
              <a:endParaRPr b="1" sz="600"/>
            </a:p>
            <a:p>
              <a:pPr indent="0" lvl="0" marL="0" rtl="0" algn="ctr">
                <a:spcBef>
                  <a:spcPts val="0"/>
                </a:spcBef>
                <a:spcAft>
                  <a:spcPts val="0"/>
                </a:spcAft>
                <a:buNone/>
              </a:pPr>
              <a:r>
                <a:rPr b="1" lang="en" sz="600"/>
                <a:t>Racket</a:t>
              </a:r>
              <a:endParaRPr b="1" sz="600"/>
            </a:p>
          </p:txBody>
        </p:sp>
        <p:grpSp>
          <p:nvGrpSpPr>
            <p:cNvPr id="1510" name="Google Shape;1510;p25"/>
            <p:cNvGrpSpPr/>
            <p:nvPr/>
          </p:nvGrpSpPr>
          <p:grpSpPr>
            <a:xfrm>
              <a:off x="1168354" y="4480588"/>
              <a:ext cx="640406" cy="150900"/>
              <a:chOff x="6248679" y="4159125"/>
              <a:chExt cx="640406" cy="150900"/>
            </a:xfrm>
          </p:grpSpPr>
          <p:sp>
            <p:nvSpPr>
              <p:cNvPr id="1511" name="Google Shape;1511;p25"/>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512" name="Google Shape;1512;p25"/>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513" name="Google Shape;1513;p25"/>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514" name="Google Shape;1514;p25"/>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515" name="Google Shape;1515;p25"/>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grpSp>
      <p:sp>
        <p:nvSpPr>
          <p:cNvPr id="1516" name="Google Shape;1516;p25"/>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1517" name="Google Shape;1517;p25"/>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518" name="Google Shape;1518;p25"/>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519" name="Google Shape;1519;p25"/>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520" name="Google Shape;1520;p25"/>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521" name="Google Shape;1521;p25"/>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522" name="Google Shape;1522;p25"/>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523" name="Google Shape;1523;p25"/>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524" name="Google Shape;1524;p25"/>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525" name="Google Shape;1525;p25"/>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526" name="Google Shape;1526;p25"/>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527" name="Google Shape;1527;p25"/>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26"/>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3" name="Google Shape;1533;p26"/>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4" name="Google Shape;1534;p26"/>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5" name="Google Shape;1535;p26"/>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6" name="Google Shape;1536;p26"/>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7" name="Google Shape;1537;p26"/>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38" name="Google Shape;1538;p26"/>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rPr>
              <a:t>Sorcerer</a:t>
            </a:r>
            <a:r>
              <a:rPr b="1" lang="en" sz="2400">
                <a:solidFill>
                  <a:schemeClr val="dk1"/>
                </a:solidFill>
              </a:rPr>
              <a:t> Class Feat Tree</a:t>
            </a:r>
            <a:endParaRPr b="1" sz="2400"/>
          </a:p>
        </p:txBody>
      </p:sp>
      <p:sp>
        <p:nvSpPr>
          <p:cNvPr id="1539" name="Google Shape;1539;p26"/>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40" name="Google Shape;1540;p26"/>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41" name="Google Shape;1541;p26"/>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42" name="Google Shape;1542;p26"/>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43" name="Google Shape;1543;p26"/>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p>
        </p:txBody>
      </p:sp>
      <p:sp>
        <p:nvSpPr>
          <p:cNvPr id="1544" name="Google Shape;1544;p26"/>
          <p:cNvSpPr txBox="1"/>
          <p:nvPr/>
        </p:nvSpPr>
        <p:spPr>
          <a:xfrm>
            <a:off x="4985128"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Reach Spell</a:t>
            </a:r>
            <a:endParaRPr b="1" sz="800"/>
          </a:p>
        </p:txBody>
      </p:sp>
      <p:sp>
        <p:nvSpPr>
          <p:cNvPr id="1545" name="Google Shape;1545;p26"/>
          <p:cNvSpPr txBox="1"/>
          <p:nvPr/>
        </p:nvSpPr>
        <p:spPr>
          <a:xfrm>
            <a:off x="3952963" y="4724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Dangerous Sorcery</a:t>
            </a:r>
            <a:endParaRPr b="1" sz="800"/>
          </a:p>
        </p:txBody>
      </p:sp>
      <p:sp>
        <p:nvSpPr>
          <p:cNvPr id="1546" name="Google Shape;1546;p26"/>
          <p:cNvSpPr txBox="1"/>
          <p:nvPr/>
        </p:nvSpPr>
        <p:spPr>
          <a:xfrm>
            <a:off x="6017292"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Widen Spell</a:t>
            </a:r>
            <a:endParaRPr b="1" sz="800"/>
          </a:p>
        </p:txBody>
      </p:sp>
      <p:sp>
        <p:nvSpPr>
          <p:cNvPr id="1547" name="Google Shape;1547;p26"/>
          <p:cNvSpPr txBox="1"/>
          <p:nvPr/>
        </p:nvSpPr>
        <p:spPr>
          <a:xfrm>
            <a:off x="5502416" y="9010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Cantrip</a:t>
            </a:r>
            <a:endParaRPr b="1" sz="800"/>
          </a:p>
          <a:p>
            <a:pPr indent="0" lvl="0" marL="0" rtl="0" algn="ctr">
              <a:spcBef>
                <a:spcPts val="0"/>
              </a:spcBef>
              <a:spcAft>
                <a:spcPts val="0"/>
              </a:spcAft>
              <a:buNone/>
            </a:pPr>
            <a:r>
              <a:rPr b="1" lang="en" sz="800"/>
              <a:t>Expansion</a:t>
            </a:r>
            <a:endParaRPr b="1" sz="800"/>
          </a:p>
        </p:txBody>
      </p:sp>
      <p:sp>
        <p:nvSpPr>
          <p:cNvPr id="1548" name="Google Shape;1548;p26"/>
          <p:cNvSpPr txBox="1"/>
          <p:nvPr/>
        </p:nvSpPr>
        <p:spPr>
          <a:xfrm>
            <a:off x="5500416" y="175832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Steady Spell Casting</a:t>
            </a:r>
            <a:endParaRPr b="1" sz="800"/>
          </a:p>
        </p:txBody>
      </p:sp>
      <p:sp>
        <p:nvSpPr>
          <p:cNvPr id="1549" name="Google Shape;1549;p26"/>
          <p:cNvSpPr txBox="1"/>
          <p:nvPr/>
        </p:nvSpPr>
        <p:spPr>
          <a:xfrm>
            <a:off x="5500431" y="21869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Bloodline Resistance</a:t>
            </a:r>
            <a:endParaRPr b="1" sz="800"/>
          </a:p>
        </p:txBody>
      </p:sp>
      <p:sp>
        <p:nvSpPr>
          <p:cNvPr id="1550" name="Google Shape;1550;p26"/>
          <p:cNvSpPr txBox="1"/>
          <p:nvPr/>
        </p:nvSpPr>
        <p:spPr>
          <a:xfrm>
            <a:off x="6017431"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Quicken</a:t>
            </a:r>
            <a:endParaRPr b="1" sz="800"/>
          </a:p>
          <a:p>
            <a:pPr indent="0" lvl="0" marL="0" rtl="0" algn="ctr">
              <a:spcBef>
                <a:spcPts val="0"/>
              </a:spcBef>
              <a:spcAft>
                <a:spcPts val="0"/>
              </a:spcAft>
              <a:buNone/>
            </a:pPr>
            <a:r>
              <a:rPr b="1" lang="en" sz="800"/>
              <a:t>Casting</a:t>
            </a:r>
            <a:endParaRPr b="1" sz="800"/>
          </a:p>
        </p:txBody>
      </p:sp>
      <p:sp>
        <p:nvSpPr>
          <p:cNvPr id="1551" name="Google Shape;1551;p26"/>
          <p:cNvSpPr txBox="1"/>
          <p:nvPr/>
        </p:nvSpPr>
        <p:spPr>
          <a:xfrm>
            <a:off x="4984229" y="26155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Overwhelming Energy</a:t>
            </a:r>
            <a:endParaRPr b="1" sz="800"/>
          </a:p>
        </p:txBody>
      </p:sp>
      <p:sp>
        <p:nvSpPr>
          <p:cNvPr id="1552" name="Google Shape;1552;p26"/>
          <p:cNvSpPr txBox="1"/>
          <p:nvPr/>
        </p:nvSpPr>
        <p:spPr>
          <a:xfrm>
            <a:off x="5500431" y="30442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Magic Sense</a:t>
            </a:r>
            <a:endParaRPr b="1" sz="800"/>
          </a:p>
        </p:txBody>
      </p:sp>
      <p:sp>
        <p:nvSpPr>
          <p:cNvPr id="1553" name="Google Shape;1553;p26"/>
          <p:cNvSpPr txBox="1"/>
          <p:nvPr/>
        </p:nvSpPr>
        <p:spPr>
          <a:xfrm>
            <a:off x="5500431" y="347283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Interweave</a:t>
            </a:r>
            <a:endParaRPr b="1" sz="800"/>
          </a:p>
          <a:p>
            <a:pPr indent="0" lvl="0" marL="0" rtl="0" algn="ctr">
              <a:spcBef>
                <a:spcPts val="0"/>
              </a:spcBef>
              <a:spcAft>
                <a:spcPts val="0"/>
              </a:spcAft>
              <a:buNone/>
            </a:pPr>
            <a:r>
              <a:rPr b="1" lang="en" sz="800"/>
              <a:t>Dispel</a:t>
            </a:r>
            <a:endParaRPr b="1" sz="800"/>
          </a:p>
        </p:txBody>
      </p:sp>
      <p:grpSp>
        <p:nvGrpSpPr>
          <p:cNvPr id="1554" name="Google Shape;1554;p26"/>
          <p:cNvGrpSpPr/>
          <p:nvPr/>
        </p:nvGrpSpPr>
        <p:grpSpPr>
          <a:xfrm>
            <a:off x="7050629" y="472386"/>
            <a:ext cx="976275" cy="3340063"/>
            <a:chOff x="6016404" y="472386"/>
            <a:chExt cx="976275" cy="3340063"/>
          </a:xfrm>
        </p:grpSpPr>
        <p:sp>
          <p:nvSpPr>
            <p:cNvPr id="1555" name="Google Shape;1555;p26"/>
            <p:cNvSpPr txBox="1"/>
            <p:nvPr/>
          </p:nvSpPr>
          <p:spPr>
            <a:xfrm>
              <a:off x="6020379" y="4723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Counterspell</a:t>
              </a:r>
              <a:endParaRPr b="1" sz="800"/>
            </a:p>
          </p:txBody>
        </p:sp>
        <p:sp>
          <p:nvSpPr>
            <p:cNvPr id="1556" name="Google Shape;1556;p26"/>
            <p:cNvSpPr txBox="1"/>
            <p:nvPr/>
          </p:nvSpPr>
          <p:spPr>
            <a:xfrm>
              <a:off x="6016404" y="34728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Reflect Spell</a:t>
              </a:r>
              <a:endParaRPr b="1" sz="800"/>
            </a:p>
          </p:txBody>
        </p:sp>
      </p:grpSp>
      <p:sp>
        <p:nvSpPr>
          <p:cNvPr id="1557" name="Google Shape;1557;p26"/>
          <p:cNvSpPr txBox="1"/>
          <p:nvPr/>
        </p:nvSpPr>
        <p:spPr>
          <a:xfrm>
            <a:off x="5500431" y="39014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Effortless Concentration</a:t>
            </a:r>
            <a:endParaRPr b="1" sz="800"/>
          </a:p>
        </p:txBody>
      </p:sp>
      <p:grpSp>
        <p:nvGrpSpPr>
          <p:cNvPr id="1558" name="Google Shape;1558;p26"/>
          <p:cNvGrpSpPr/>
          <p:nvPr/>
        </p:nvGrpSpPr>
        <p:grpSpPr>
          <a:xfrm>
            <a:off x="7710648" y="2186949"/>
            <a:ext cx="1295100" cy="2482751"/>
            <a:chOff x="7927323" y="2186949"/>
            <a:chExt cx="1295100" cy="2482751"/>
          </a:xfrm>
        </p:grpSpPr>
        <p:sp>
          <p:nvSpPr>
            <p:cNvPr id="1559" name="Google Shape;1559;p26"/>
            <p:cNvSpPr txBox="1"/>
            <p:nvPr/>
          </p:nvSpPr>
          <p:spPr>
            <a:xfrm>
              <a:off x="8088766" y="21869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Crossblooded Evolution</a:t>
              </a:r>
              <a:endParaRPr b="1" sz="800"/>
            </a:p>
          </p:txBody>
        </p:sp>
        <p:sp>
          <p:nvSpPr>
            <p:cNvPr id="1560" name="Google Shape;1560;p26"/>
            <p:cNvSpPr txBox="1"/>
            <p:nvPr/>
          </p:nvSpPr>
          <p:spPr>
            <a:xfrm>
              <a:off x="7927323" y="4330100"/>
              <a:ext cx="12951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Crossblooded Evolution</a:t>
              </a:r>
              <a:endParaRPr b="1" sz="800"/>
            </a:p>
          </p:txBody>
        </p:sp>
      </p:grpSp>
      <p:sp>
        <p:nvSpPr>
          <p:cNvPr id="1561" name="Google Shape;1561;p26"/>
          <p:cNvSpPr txBox="1"/>
          <p:nvPr/>
        </p:nvSpPr>
        <p:spPr>
          <a:xfrm>
            <a:off x="4984244" y="47587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Bloodline</a:t>
            </a:r>
            <a:endParaRPr b="1" sz="800"/>
          </a:p>
          <a:p>
            <a:pPr indent="0" lvl="0" marL="0" rtl="0" algn="ctr">
              <a:spcBef>
                <a:spcPts val="0"/>
              </a:spcBef>
              <a:spcAft>
                <a:spcPts val="0"/>
              </a:spcAft>
              <a:buNone/>
            </a:pPr>
            <a:r>
              <a:rPr b="1" lang="en" sz="800"/>
              <a:t>Conduit</a:t>
            </a:r>
            <a:endParaRPr b="1" sz="800"/>
          </a:p>
        </p:txBody>
      </p:sp>
      <p:sp>
        <p:nvSpPr>
          <p:cNvPr id="1562" name="Google Shape;1562;p26"/>
          <p:cNvSpPr txBox="1"/>
          <p:nvPr/>
        </p:nvSpPr>
        <p:spPr>
          <a:xfrm>
            <a:off x="5500431" y="13296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Bespell</a:t>
            </a:r>
            <a:endParaRPr b="1" sz="800"/>
          </a:p>
          <a:p>
            <a:pPr indent="0" lvl="0" marL="0" rtl="0" algn="ctr">
              <a:spcBef>
                <a:spcPts val="0"/>
              </a:spcBef>
              <a:spcAft>
                <a:spcPts val="0"/>
              </a:spcAft>
              <a:buNone/>
            </a:pPr>
            <a:r>
              <a:rPr b="1" lang="en" sz="800"/>
              <a:t>Weapon</a:t>
            </a:r>
            <a:endParaRPr b="1" sz="800"/>
          </a:p>
        </p:txBody>
      </p:sp>
      <p:cxnSp>
        <p:nvCxnSpPr>
          <p:cNvPr id="1563" name="Google Shape;1563;p26"/>
          <p:cNvCxnSpPr>
            <a:stCxn id="1555" idx="2"/>
            <a:endCxn id="1556" idx="0"/>
          </p:cNvCxnSpPr>
          <p:nvPr/>
        </p:nvCxnSpPr>
        <p:spPr>
          <a:xfrm rot="5400000">
            <a:off x="6208304" y="2140536"/>
            <a:ext cx="2661000" cy="3900"/>
          </a:xfrm>
          <a:prstGeom prst="bentConnector3">
            <a:avLst>
              <a:gd fmla="val 49997" name="adj1"/>
            </a:avLst>
          </a:prstGeom>
          <a:noFill/>
          <a:ln cap="flat" cmpd="sng" w="28575">
            <a:solidFill>
              <a:srgbClr val="000000"/>
            </a:solidFill>
            <a:prstDash val="solid"/>
            <a:round/>
            <a:headEnd len="med" w="med" type="none"/>
            <a:tailEnd len="med" w="med" type="triangle"/>
          </a:ln>
        </p:spPr>
      </p:cxnSp>
      <p:grpSp>
        <p:nvGrpSpPr>
          <p:cNvPr id="1564" name="Google Shape;1564;p26"/>
          <p:cNvGrpSpPr/>
          <p:nvPr/>
        </p:nvGrpSpPr>
        <p:grpSpPr>
          <a:xfrm>
            <a:off x="1080025" y="999750"/>
            <a:ext cx="3622900" cy="3932400"/>
            <a:chOff x="1080025" y="999750"/>
            <a:chExt cx="3622900" cy="3932400"/>
          </a:xfrm>
        </p:grpSpPr>
        <p:sp>
          <p:nvSpPr>
            <p:cNvPr id="1565" name="Google Shape;1565;p26"/>
            <p:cNvSpPr/>
            <p:nvPr/>
          </p:nvSpPr>
          <p:spPr>
            <a:xfrm rot="5400000">
              <a:off x="-622475" y="2702250"/>
              <a:ext cx="3932400" cy="527400"/>
            </a:xfrm>
            <a:prstGeom prst="chevron">
              <a:avLst>
                <a:gd fmla="val 50000" name="adj"/>
              </a:avLst>
            </a:prstGeom>
            <a:solidFill>
              <a:srgbClr val="6FA8DC"/>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6"/>
            <p:cNvSpPr/>
            <p:nvPr/>
          </p:nvSpPr>
          <p:spPr>
            <a:xfrm rot="5400000">
              <a:off x="1439871" y="2702250"/>
              <a:ext cx="3932400" cy="527400"/>
            </a:xfrm>
            <a:prstGeom prst="chevron">
              <a:avLst>
                <a:gd fmla="val 50000" name="adj"/>
              </a:avLst>
            </a:prstGeom>
            <a:solidFill>
              <a:srgbClr val="FFE59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6"/>
            <p:cNvSpPr/>
            <p:nvPr/>
          </p:nvSpPr>
          <p:spPr>
            <a:xfrm rot="5400000">
              <a:off x="407679" y="2702250"/>
              <a:ext cx="3932400" cy="527400"/>
            </a:xfrm>
            <a:prstGeom prst="chevron">
              <a:avLst>
                <a:gd fmla="val 50000" name="adj"/>
              </a:avLst>
            </a:prstGeom>
            <a:solidFill>
              <a:srgbClr val="A61C00"/>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6"/>
            <p:cNvSpPr/>
            <p:nvPr/>
          </p:nvSpPr>
          <p:spPr>
            <a:xfrm rot="5400000">
              <a:off x="2473025" y="2702250"/>
              <a:ext cx="3932400" cy="527400"/>
            </a:xfrm>
            <a:prstGeom prst="chevron">
              <a:avLst>
                <a:gd fmla="val 50000" name="adj"/>
              </a:avLst>
            </a:prstGeom>
            <a:solidFill>
              <a:srgbClr val="6AA84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9" name="Google Shape;1569;p26"/>
          <p:cNvGrpSpPr/>
          <p:nvPr/>
        </p:nvGrpSpPr>
        <p:grpSpPr>
          <a:xfrm>
            <a:off x="855574" y="1329663"/>
            <a:ext cx="4068921" cy="3340014"/>
            <a:chOff x="855574" y="1329663"/>
            <a:chExt cx="4068921" cy="3340014"/>
          </a:xfrm>
        </p:grpSpPr>
        <p:sp>
          <p:nvSpPr>
            <p:cNvPr id="1570" name="Google Shape;1570;p26"/>
            <p:cNvSpPr txBox="1"/>
            <p:nvPr/>
          </p:nvSpPr>
          <p:spPr>
            <a:xfrm>
              <a:off x="3952079" y="13296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Primal Evolution</a:t>
              </a:r>
              <a:endParaRPr b="1" sz="800"/>
            </a:p>
          </p:txBody>
        </p:sp>
        <p:sp>
          <p:nvSpPr>
            <p:cNvPr id="1571" name="Google Shape;1571;p26"/>
            <p:cNvSpPr txBox="1"/>
            <p:nvPr/>
          </p:nvSpPr>
          <p:spPr>
            <a:xfrm>
              <a:off x="1887740"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Occult Evolution</a:t>
              </a:r>
              <a:endParaRPr b="1" sz="800"/>
            </a:p>
          </p:txBody>
        </p:sp>
        <p:sp>
          <p:nvSpPr>
            <p:cNvPr id="1572" name="Google Shape;1572;p26"/>
            <p:cNvSpPr txBox="1"/>
            <p:nvPr/>
          </p:nvSpPr>
          <p:spPr>
            <a:xfrm>
              <a:off x="855575"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Arcane Evolution</a:t>
              </a:r>
              <a:endParaRPr b="1" sz="800"/>
            </a:p>
          </p:txBody>
        </p:sp>
        <p:sp>
          <p:nvSpPr>
            <p:cNvPr id="1573" name="Google Shape;1573;p26"/>
            <p:cNvSpPr txBox="1"/>
            <p:nvPr/>
          </p:nvSpPr>
          <p:spPr>
            <a:xfrm>
              <a:off x="2919904"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Divine Evolution</a:t>
              </a:r>
              <a:endParaRPr b="1" sz="800"/>
            </a:p>
          </p:txBody>
        </p:sp>
        <p:sp>
          <p:nvSpPr>
            <p:cNvPr id="1574" name="Google Shape;1574;p26"/>
            <p:cNvSpPr txBox="1"/>
            <p:nvPr/>
          </p:nvSpPr>
          <p:spPr>
            <a:xfrm>
              <a:off x="855574" y="1758300"/>
              <a:ext cx="4068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Advanced Bloodline</a:t>
              </a:r>
              <a:endParaRPr b="1" sz="800"/>
            </a:p>
          </p:txBody>
        </p:sp>
        <p:sp>
          <p:nvSpPr>
            <p:cNvPr id="1575" name="Google Shape;1575;p26"/>
            <p:cNvSpPr txBox="1"/>
            <p:nvPr/>
          </p:nvSpPr>
          <p:spPr>
            <a:xfrm>
              <a:off x="855574" y="2615559"/>
              <a:ext cx="4068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Bloodline</a:t>
              </a:r>
              <a:endParaRPr b="1" sz="800"/>
            </a:p>
          </p:txBody>
        </p:sp>
        <p:sp>
          <p:nvSpPr>
            <p:cNvPr id="1576" name="Google Shape;1576;p26"/>
            <p:cNvSpPr txBox="1"/>
            <p:nvPr/>
          </p:nvSpPr>
          <p:spPr>
            <a:xfrm>
              <a:off x="855574" y="3044182"/>
              <a:ext cx="4068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Bloodline Focus</a:t>
              </a:r>
              <a:endParaRPr b="1" sz="800"/>
            </a:p>
          </p:txBody>
        </p:sp>
        <p:sp>
          <p:nvSpPr>
            <p:cNvPr id="1577" name="Google Shape;1577;p26"/>
            <p:cNvSpPr txBox="1"/>
            <p:nvPr/>
          </p:nvSpPr>
          <p:spPr>
            <a:xfrm>
              <a:off x="855575" y="3901450"/>
              <a:ext cx="2004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Mental Evolution</a:t>
              </a:r>
              <a:endParaRPr b="1" sz="800"/>
            </a:p>
          </p:txBody>
        </p:sp>
        <p:sp>
          <p:nvSpPr>
            <p:cNvPr id="1578" name="Google Shape;1578;p26"/>
            <p:cNvSpPr txBox="1"/>
            <p:nvPr/>
          </p:nvSpPr>
          <p:spPr>
            <a:xfrm>
              <a:off x="2919895" y="3901450"/>
              <a:ext cx="20046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Greater Vital Evolution</a:t>
              </a:r>
              <a:endParaRPr b="1" sz="800"/>
            </a:p>
          </p:txBody>
        </p:sp>
        <p:sp>
          <p:nvSpPr>
            <p:cNvPr id="1579" name="Google Shape;1579;p26"/>
            <p:cNvSpPr txBox="1"/>
            <p:nvPr/>
          </p:nvSpPr>
          <p:spPr>
            <a:xfrm>
              <a:off x="855574" y="4330076"/>
              <a:ext cx="40689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Bloodline Wellspring</a:t>
              </a:r>
              <a:endParaRPr b="1" sz="800"/>
            </a:p>
          </p:txBody>
        </p:sp>
      </p:grpSp>
      <p:sp>
        <p:nvSpPr>
          <p:cNvPr id="1580" name="Google Shape;1580;p26"/>
          <p:cNvSpPr txBox="1"/>
          <p:nvPr/>
        </p:nvSpPr>
        <p:spPr>
          <a:xfrm>
            <a:off x="6016394" y="47587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Bloodline Perfection</a:t>
            </a:r>
            <a:endParaRPr b="1" sz="800"/>
          </a:p>
        </p:txBody>
      </p:sp>
      <p:sp>
        <p:nvSpPr>
          <p:cNvPr id="1581" name="Google Shape;1581;p26"/>
          <p:cNvSpPr txBox="1"/>
          <p:nvPr/>
        </p:nvSpPr>
        <p:spPr>
          <a:xfrm>
            <a:off x="7048544" y="47586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Metamagic</a:t>
            </a:r>
            <a:endParaRPr b="1" sz="800"/>
          </a:p>
          <a:p>
            <a:pPr indent="0" lvl="0" marL="0" rtl="0" algn="ctr">
              <a:spcBef>
                <a:spcPts val="0"/>
              </a:spcBef>
              <a:spcAft>
                <a:spcPts val="0"/>
              </a:spcAft>
              <a:buNone/>
            </a:pPr>
            <a:r>
              <a:rPr b="1" lang="en" sz="800"/>
              <a:t>Mastery</a:t>
            </a:r>
            <a:endParaRPr b="1" sz="800"/>
          </a:p>
        </p:txBody>
      </p:sp>
      <p:cxnSp>
        <p:nvCxnSpPr>
          <p:cNvPr id="1582" name="Google Shape;1582;p26"/>
          <p:cNvCxnSpPr>
            <a:stCxn id="1559" idx="2"/>
            <a:endCxn id="1560" idx="0"/>
          </p:cNvCxnSpPr>
          <p:nvPr/>
        </p:nvCxnSpPr>
        <p:spPr>
          <a:xfrm flipH="1" rot="-5400000">
            <a:off x="7456741" y="3428049"/>
            <a:ext cx="1803600" cy="600"/>
          </a:xfrm>
          <a:prstGeom prst="bentConnector3">
            <a:avLst>
              <a:gd fmla="val 49999" name="adj1"/>
            </a:avLst>
          </a:prstGeom>
          <a:noFill/>
          <a:ln cap="flat" cmpd="sng" w="28575">
            <a:solidFill>
              <a:srgbClr val="000000"/>
            </a:solidFill>
            <a:prstDash val="solid"/>
            <a:round/>
            <a:headEnd len="med" w="med" type="none"/>
            <a:tailEnd len="med" w="med" type="triangle"/>
          </a:ln>
        </p:spPr>
      </p:cxnSp>
      <p:grpSp>
        <p:nvGrpSpPr>
          <p:cNvPr id="1583" name="Google Shape;1583;p26"/>
          <p:cNvGrpSpPr/>
          <p:nvPr/>
        </p:nvGrpSpPr>
        <p:grpSpPr>
          <a:xfrm>
            <a:off x="8087919" y="472375"/>
            <a:ext cx="972300" cy="768250"/>
            <a:chOff x="8087919" y="472375"/>
            <a:chExt cx="972300" cy="768250"/>
          </a:xfrm>
        </p:grpSpPr>
        <p:sp>
          <p:nvSpPr>
            <p:cNvPr id="1584" name="Google Shape;1584;p26"/>
            <p:cNvSpPr txBox="1"/>
            <p:nvPr/>
          </p:nvSpPr>
          <p:spPr>
            <a:xfrm>
              <a:off x="8087919"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Enhanced</a:t>
              </a:r>
              <a:endParaRPr b="1" sz="800"/>
            </a:p>
            <a:p>
              <a:pPr indent="0" lvl="0" marL="0" rtl="0" algn="ctr">
                <a:spcBef>
                  <a:spcPts val="0"/>
                </a:spcBef>
                <a:spcAft>
                  <a:spcPts val="0"/>
                </a:spcAft>
                <a:buNone/>
              </a:pPr>
              <a:r>
                <a:rPr b="1" lang="en" sz="800"/>
                <a:t>Familiar</a:t>
              </a:r>
              <a:endParaRPr b="1" sz="800"/>
            </a:p>
          </p:txBody>
        </p:sp>
        <p:cxnSp>
          <p:nvCxnSpPr>
            <p:cNvPr id="1585" name="Google Shape;1585;p26"/>
            <p:cNvCxnSpPr>
              <a:endCxn id="1584" idx="0"/>
            </p:cNvCxnSpPr>
            <p:nvPr/>
          </p:nvCxnSpPr>
          <p:spPr>
            <a:xfrm flipH="1" rot="-5400000">
              <a:off x="8453019" y="779975"/>
              <a:ext cx="241500" cy="600"/>
            </a:xfrm>
            <a:prstGeom prst="bentConnector3">
              <a:avLst>
                <a:gd fmla="val 50000" name="adj1"/>
              </a:avLst>
            </a:prstGeom>
            <a:noFill/>
            <a:ln cap="flat" cmpd="sng" w="28575">
              <a:solidFill>
                <a:srgbClr val="000000"/>
              </a:solidFill>
              <a:prstDash val="solid"/>
              <a:round/>
              <a:headEnd len="med" w="med" type="none"/>
              <a:tailEnd len="med" w="med" type="triangle"/>
            </a:ln>
          </p:spPr>
        </p:cxnSp>
        <p:sp>
          <p:nvSpPr>
            <p:cNvPr id="1586" name="Google Shape;1586;p26"/>
            <p:cNvSpPr txBox="1"/>
            <p:nvPr/>
          </p:nvSpPr>
          <p:spPr>
            <a:xfrm>
              <a:off x="8087919" y="4723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Familiar</a:t>
              </a:r>
              <a:endParaRPr b="1" sz="800"/>
            </a:p>
          </p:txBody>
        </p:sp>
      </p:grpSp>
      <p:pic>
        <p:nvPicPr>
          <p:cNvPr id="1587" name="Google Shape;1587;p26"/>
          <p:cNvPicPr preferRelativeResize="0"/>
          <p:nvPr/>
        </p:nvPicPr>
        <p:blipFill>
          <a:blip r:embed="rId3">
            <a:alphaModFix/>
          </a:blip>
          <a:stretch>
            <a:fillRect/>
          </a:stretch>
        </p:blipFill>
        <p:spPr>
          <a:xfrm>
            <a:off x="6280963" y="1325941"/>
            <a:ext cx="191500" cy="181421"/>
          </a:xfrm>
          <a:prstGeom prst="rect">
            <a:avLst/>
          </a:prstGeom>
          <a:noFill/>
          <a:ln cap="flat" cmpd="sng" w="9525">
            <a:solidFill>
              <a:srgbClr val="000000"/>
            </a:solidFill>
            <a:prstDash val="solid"/>
            <a:round/>
            <a:headEnd len="sm" w="sm" type="none"/>
            <a:tailEnd len="sm" w="sm" type="none"/>
          </a:ln>
        </p:spPr>
      </p:pic>
      <p:pic>
        <p:nvPicPr>
          <p:cNvPr id="1588" name="Google Shape;1588;p26"/>
          <p:cNvPicPr preferRelativeResize="0"/>
          <p:nvPr/>
        </p:nvPicPr>
        <p:blipFill>
          <a:blip r:embed="rId4">
            <a:alphaModFix/>
          </a:blip>
          <a:stretch>
            <a:fillRect/>
          </a:stretch>
        </p:blipFill>
        <p:spPr>
          <a:xfrm>
            <a:off x="6285856" y="3472850"/>
            <a:ext cx="181700" cy="176775"/>
          </a:xfrm>
          <a:prstGeom prst="rect">
            <a:avLst/>
          </a:prstGeom>
          <a:noFill/>
          <a:ln cap="flat" cmpd="sng" w="9525">
            <a:solidFill>
              <a:srgbClr val="000000"/>
            </a:solidFill>
            <a:prstDash val="solid"/>
            <a:round/>
            <a:headEnd len="sm" w="sm" type="none"/>
            <a:tailEnd len="sm" w="sm" type="none"/>
          </a:ln>
        </p:spPr>
      </p:pic>
      <p:pic>
        <p:nvPicPr>
          <p:cNvPr id="1589" name="Google Shape;1589;p26"/>
          <p:cNvPicPr preferRelativeResize="0"/>
          <p:nvPr/>
        </p:nvPicPr>
        <p:blipFill>
          <a:blip r:embed="rId5">
            <a:alphaModFix/>
          </a:blip>
          <a:stretch>
            <a:fillRect/>
          </a:stretch>
        </p:blipFill>
        <p:spPr>
          <a:xfrm>
            <a:off x="7817840" y="472399"/>
            <a:ext cx="209060" cy="186325"/>
          </a:xfrm>
          <a:prstGeom prst="rect">
            <a:avLst/>
          </a:prstGeom>
          <a:noFill/>
          <a:ln cap="flat" cmpd="sng" w="9525">
            <a:solidFill>
              <a:srgbClr val="000000"/>
            </a:solidFill>
            <a:prstDash val="solid"/>
            <a:round/>
            <a:headEnd len="sm" w="sm" type="none"/>
            <a:tailEnd len="sm" w="sm" type="none"/>
          </a:ln>
        </p:spPr>
      </p:pic>
      <p:pic>
        <p:nvPicPr>
          <p:cNvPr id="1590" name="Google Shape;1590;p26"/>
          <p:cNvPicPr preferRelativeResize="0"/>
          <p:nvPr/>
        </p:nvPicPr>
        <p:blipFill>
          <a:blip r:embed="rId4">
            <a:alphaModFix/>
          </a:blip>
          <a:stretch>
            <a:fillRect/>
          </a:stretch>
        </p:blipFill>
        <p:spPr>
          <a:xfrm>
            <a:off x="5774569" y="469575"/>
            <a:ext cx="181700" cy="176775"/>
          </a:xfrm>
          <a:prstGeom prst="rect">
            <a:avLst/>
          </a:prstGeom>
          <a:noFill/>
          <a:ln cap="flat" cmpd="sng" w="9525">
            <a:solidFill>
              <a:srgbClr val="000000"/>
            </a:solidFill>
            <a:prstDash val="solid"/>
            <a:round/>
            <a:headEnd len="sm" w="sm" type="none"/>
            <a:tailEnd len="sm" w="sm" type="none"/>
          </a:ln>
        </p:spPr>
      </p:pic>
      <p:pic>
        <p:nvPicPr>
          <p:cNvPr id="1591" name="Google Shape;1591;p26"/>
          <p:cNvPicPr preferRelativeResize="0"/>
          <p:nvPr/>
        </p:nvPicPr>
        <p:blipFill>
          <a:blip r:embed="rId4">
            <a:alphaModFix/>
          </a:blip>
          <a:stretch>
            <a:fillRect/>
          </a:stretch>
        </p:blipFill>
        <p:spPr>
          <a:xfrm>
            <a:off x="6805569" y="469575"/>
            <a:ext cx="181700" cy="176775"/>
          </a:xfrm>
          <a:prstGeom prst="rect">
            <a:avLst/>
          </a:prstGeom>
          <a:noFill/>
          <a:ln cap="flat" cmpd="sng" w="9525">
            <a:solidFill>
              <a:srgbClr val="000000"/>
            </a:solidFill>
            <a:prstDash val="solid"/>
            <a:round/>
            <a:headEnd len="sm" w="sm" type="none"/>
            <a:tailEnd len="sm" w="sm" type="none"/>
          </a:ln>
        </p:spPr>
      </p:pic>
      <p:pic>
        <p:nvPicPr>
          <p:cNvPr id="1592" name="Google Shape;1592;p26"/>
          <p:cNvPicPr preferRelativeResize="0"/>
          <p:nvPr/>
        </p:nvPicPr>
        <p:blipFill>
          <a:blip r:embed="rId3">
            <a:alphaModFix/>
          </a:blip>
          <a:stretch>
            <a:fillRect/>
          </a:stretch>
        </p:blipFill>
        <p:spPr>
          <a:xfrm>
            <a:off x="6800675" y="2611829"/>
            <a:ext cx="191500" cy="181421"/>
          </a:xfrm>
          <a:prstGeom prst="rect">
            <a:avLst/>
          </a:prstGeom>
          <a:noFill/>
          <a:ln cap="flat" cmpd="sng" w="9525">
            <a:solidFill>
              <a:srgbClr val="000000"/>
            </a:solidFill>
            <a:prstDash val="solid"/>
            <a:round/>
            <a:headEnd len="sm" w="sm" type="none"/>
            <a:tailEnd len="sm" w="sm" type="none"/>
          </a:ln>
        </p:spPr>
      </p:pic>
      <p:pic>
        <p:nvPicPr>
          <p:cNvPr id="1593" name="Google Shape;1593;p26"/>
          <p:cNvPicPr preferRelativeResize="0"/>
          <p:nvPr/>
        </p:nvPicPr>
        <p:blipFill>
          <a:blip r:embed="rId3">
            <a:alphaModFix/>
          </a:blip>
          <a:stretch>
            <a:fillRect/>
          </a:stretch>
        </p:blipFill>
        <p:spPr>
          <a:xfrm>
            <a:off x="6280963" y="3901466"/>
            <a:ext cx="191500" cy="181421"/>
          </a:xfrm>
          <a:prstGeom prst="rect">
            <a:avLst/>
          </a:prstGeom>
          <a:noFill/>
          <a:ln cap="flat" cmpd="sng" w="9525">
            <a:solidFill>
              <a:srgbClr val="000000"/>
            </a:solidFill>
            <a:prstDash val="solid"/>
            <a:round/>
            <a:headEnd len="sm" w="sm" type="none"/>
            <a:tailEnd len="sm" w="sm" type="none"/>
          </a:ln>
        </p:spPr>
      </p:pic>
      <p:pic>
        <p:nvPicPr>
          <p:cNvPr id="1594" name="Google Shape;1594;p26"/>
          <p:cNvPicPr preferRelativeResize="0"/>
          <p:nvPr/>
        </p:nvPicPr>
        <p:blipFill>
          <a:blip r:embed="rId4">
            <a:alphaModFix/>
          </a:blip>
          <a:stretch>
            <a:fillRect/>
          </a:stretch>
        </p:blipFill>
        <p:spPr>
          <a:xfrm>
            <a:off x="5774831" y="2616000"/>
            <a:ext cx="181700" cy="176775"/>
          </a:xfrm>
          <a:prstGeom prst="rect">
            <a:avLst/>
          </a:prstGeom>
          <a:noFill/>
          <a:ln cap="flat" cmpd="sng" w="9525">
            <a:solidFill>
              <a:srgbClr val="000000"/>
            </a:solidFill>
            <a:prstDash val="solid"/>
            <a:round/>
            <a:headEnd len="sm" w="sm" type="none"/>
            <a:tailEnd len="sm" w="sm" type="none"/>
          </a:ln>
        </p:spPr>
      </p:pic>
      <p:pic>
        <p:nvPicPr>
          <p:cNvPr id="1595" name="Google Shape;1595;p26"/>
          <p:cNvPicPr preferRelativeResize="0"/>
          <p:nvPr/>
        </p:nvPicPr>
        <p:blipFill>
          <a:blip r:embed="rId4">
            <a:alphaModFix/>
          </a:blip>
          <a:stretch>
            <a:fillRect/>
          </a:stretch>
        </p:blipFill>
        <p:spPr>
          <a:xfrm>
            <a:off x="5774844" y="4758738"/>
            <a:ext cx="181700" cy="176775"/>
          </a:xfrm>
          <a:prstGeom prst="rect">
            <a:avLst/>
          </a:prstGeom>
          <a:noFill/>
          <a:ln cap="flat" cmpd="sng" w="9525">
            <a:solidFill>
              <a:srgbClr val="000000"/>
            </a:solidFill>
            <a:prstDash val="solid"/>
            <a:round/>
            <a:headEnd len="sm" w="sm" type="none"/>
            <a:tailEnd len="sm" w="sm" type="none"/>
          </a:ln>
        </p:spPr>
      </p:pic>
      <p:pic>
        <p:nvPicPr>
          <p:cNvPr id="1596" name="Google Shape;1596;p26"/>
          <p:cNvPicPr preferRelativeResize="0"/>
          <p:nvPr/>
        </p:nvPicPr>
        <p:blipFill>
          <a:blip r:embed="rId5">
            <a:alphaModFix/>
          </a:blip>
          <a:stretch>
            <a:fillRect/>
          </a:stretch>
        </p:blipFill>
        <p:spPr>
          <a:xfrm>
            <a:off x="7811790" y="3472974"/>
            <a:ext cx="209060" cy="186325"/>
          </a:xfrm>
          <a:prstGeom prst="rect">
            <a:avLst/>
          </a:prstGeom>
          <a:noFill/>
          <a:ln cap="flat" cmpd="sng" w="9525">
            <a:solidFill>
              <a:srgbClr val="000000"/>
            </a:solidFill>
            <a:prstDash val="solid"/>
            <a:round/>
            <a:headEnd len="sm" w="sm" type="none"/>
            <a:tailEnd len="sm" w="sm" type="none"/>
          </a:ln>
        </p:spPr>
      </p:pic>
      <p:sp>
        <p:nvSpPr>
          <p:cNvPr id="1597" name="Google Shape;1597;p26"/>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sp>
        <p:nvSpPr>
          <p:cNvPr id="1598" name="Google Shape;1598;p26"/>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599" name="Google Shape;1599;p26"/>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600" name="Google Shape;1600;p26"/>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601" name="Google Shape;1601;p26"/>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602" name="Google Shape;1602;p26"/>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603" name="Google Shape;1603;p26"/>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604" name="Google Shape;1604;p26"/>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605" name="Google Shape;1605;p26"/>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606" name="Google Shape;1606;p26"/>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607" name="Google Shape;1607;p26"/>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608" name="Google Shape;1608;p26"/>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sp>
        <p:nvSpPr>
          <p:cNvPr id="1613" name="Google Shape;1613;p27"/>
          <p:cNvSpPr/>
          <p:nvPr/>
        </p:nvSpPr>
        <p:spPr>
          <a:xfrm>
            <a:off x="764491" y="428010"/>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4" name="Google Shape;1614;p27"/>
          <p:cNvSpPr/>
          <p:nvPr/>
        </p:nvSpPr>
        <p:spPr>
          <a:xfrm>
            <a:off x="764491" y="856640"/>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5" name="Google Shape;1615;p27"/>
          <p:cNvSpPr/>
          <p:nvPr/>
        </p:nvSpPr>
        <p:spPr>
          <a:xfrm>
            <a:off x="764491" y="128527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6" name="Google Shape;1616;p27"/>
          <p:cNvSpPr/>
          <p:nvPr/>
        </p:nvSpPr>
        <p:spPr>
          <a:xfrm>
            <a:off x="764491" y="171390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7" name="Google Shape;1617;p27"/>
          <p:cNvSpPr/>
          <p:nvPr/>
        </p:nvSpPr>
        <p:spPr>
          <a:xfrm>
            <a:off x="764491" y="2142531"/>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8" name="Google Shape;1618;p27"/>
          <p:cNvSpPr/>
          <p:nvPr/>
        </p:nvSpPr>
        <p:spPr>
          <a:xfrm>
            <a:off x="764491" y="2571161"/>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19" name="Google Shape;1619;p27"/>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Wizard</a:t>
            </a:r>
            <a:r>
              <a:rPr b="1" lang="en" sz="2400"/>
              <a:t> Class Feat Tree</a:t>
            </a:r>
            <a:endParaRPr b="1" sz="2400"/>
          </a:p>
        </p:txBody>
      </p:sp>
      <p:sp>
        <p:nvSpPr>
          <p:cNvPr id="1620" name="Google Shape;1620;p27"/>
          <p:cNvSpPr/>
          <p:nvPr/>
        </p:nvSpPr>
        <p:spPr>
          <a:xfrm>
            <a:off x="764491" y="2999804"/>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21" name="Google Shape;1621;p27"/>
          <p:cNvSpPr/>
          <p:nvPr/>
        </p:nvSpPr>
        <p:spPr>
          <a:xfrm>
            <a:off x="764491" y="3428434"/>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22" name="Google Shape;1622;p27"/>
          <p:cNvSpPr/>
          <p:nvPr/>
        </p:nvSpPr>
        <p:spPr>
          <a:xfrm>
            <a:off x="764491" y="385706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23" name="Google Shape;1623;p27"/>
          <p:cNvSpPr/>
          <p:nvPr/>
        </p:nvSpPr>
        <p:spPr>
          <a:xfrm>
            <a:off x="764491" y="4285695"/>
            <a:ext cx="83796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24" name="Google Shape;1624;p27"/>
          <p:cNvSpPr/>
          <p:nvPr/>
        </p:nvSpPr>
        <p:spPr>
          <a:xfrm>
            <a:off x="764491" y="4714325"/>
            <a:ext cx="83796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25" lIns="9125" spcFirstLastPara="1" rIns="9125" wrap="square" tIns="9125">
            <a:noAutofit/>
          </a:bodyPr>
          <a:lstStyle/>
          <a:p>
            <a:pPr indent="0" lvl="0" marL="0" rtl="0" algn="l">
              <a:spcBef>
                <a:spcPts val="0"/>
              </a:spcBef>
              <a:spcAft>
                <a:spcPts val="0"/>
              </a:spcAft>
              <a:buNone/>
            </a:pPr>
            <a:r>
              <a:t/>
            </a:r>
            <a:endParaRPr b="1">
              <a:solidFill>
                <a:srgbClr val="FFFFFF"/>
              </a:solidFill>
            </a:endParaRPr>
          </a:p>
        </p:txBody>
      </p:sp>
      <p:sp>
        <p:nvSpPr>
          <p:cNvPr id="1625" name="Google Shape;1625;p27"/>
          <p:cNvSpPr txBox="1"/>
          <p:nvPr/>
        </p:nvSpPr>
        <p:spPr>
          <a:xfrm>
            <a:off x="5835394"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Reach Spell</a:t>
            </a:r>
            <a:endParaRPr b="1" sz="800"/>
          </a:p>
        </p:txBody>
      </p:sp>
      <p:sp>
        <p:nvSpPr>
          <p:cNvPr id="1626" name="Google Shape;1626;p27"/>
          <p:cNvSpPr txBox="1"/>
          <p:nvPr/>
        </p:nvSpPr>
        <p:spPr>
          <a:xfrm>
            <a:off x="4729166" y="4724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Hand of the Apprentice</a:t>
            </a:r>
            <a:endParaRPr b="1" sz="800"/>
          </a:p>
        </p:txBody>
      </p:sp>
      <p:sp>
        <p:nvSpPr>
          <p:cNvPr id="1627" name="Google Shape;1627;p27"/>
          <p:cNvSpPr txBox="1"/>
          <p:nvPr/>
        </p:nvSpPr>
        <p:spPr>
          <a:xfrm>
            <a:off x="6926883" y="47240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Widen Spell</a:t>
            </a:r>
            <a:endParaRPr b="1" sz="800"/>
          </a:p>
        </p:txBody>
      </p:sp>
      <p:sp>
        <p:nvSpPr>
          <p:cNvPr id="1628" name="Google Shape;1628;p27"/>
          <p:cNvSpPr txBox="1"/>
          <p:nvPr/>
        </p:nvSpPr>
        <p:spPr>
          <a:xfrm>
            <a:off x="1080950" y="4723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Eschew Materials</a:t>
            </a:r>
            <a:endParaRPr b="1" sz="800"/>
          </a:p>
        </p:txBody>
      </p:sp>
      <p:sp>
        <p:nvSpPr>
          <p:cNvPr id="1629" name="Google Shape;1629;p27"/>
          <p:cNvSpPr txBox="1"/>
          <p:nvPr/>
        </p:nvSpPr>
        <p:spPr>
          <a:xfrm>
            <a:off x="6102513" y="9010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Cantrip Expansion</a:t>
            </a:r>
            <a:endParaRPr b="1" sz="800"/>
          </a:p>
        </p:txBody>
      </p:sp>
      <p:sp>
        <p:nvSpPr>
          <p:cNvPr id="1630" name="Google Shape;1630;p27"/>
          <p:cNvSpPr txBox="1"/>
          <p:nvPr/>
        </p:nvSpPr>
        <p:spPr>
          <a:xfrm>
            <a:off x="1080950" y="13296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Silent Spell</a:t>
            </a:r>
            <a:endParaRPr b="1" sz="800"/>
          </a:p>
        </p:txBody>
      </p:sp>
      <p:sp>
        <p:nvSpPr>
          <p:cNvPr id="1631" name="Google Shape;1631;p27"/>
          <p:cNvSpPr txBox="1"/>
          <p:nvPr/>
        </p:nvSpPr>
        <p:spPr>
          <a:xfrm>
            <a:off x="6102513" y="13296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Bespell</a:t>
            </a:r>
            <a:endParaRPr b="1" sz="800"/>
          </a:p>
          <a:p>
            <a:pPr indent="0" lvl="0" marL="0" rtl="0" algn="ctr">
              <a:spcBef>
                <a:spcPts val="0"/>
              </a:spcBef>
              <a:spcAft>
                <a:spcPts val="0"/>
              </a:spcAft>
              <a:buNone/>
            </a:pPr>
            <a:r>
              <a:rPr b="1" lang="en" sz="800"/>
              <a:t>Weapon</a:t>
            </a:r>
            <a:endParaRPr b="1" sz="800"/>
          </a:p>
        </p:txBody>
      </p:sp>
      <p:sp>
        <p:nvSpPr>
          <p:cNvPr id="1632" name="Google Shape;1632;p27"/>
          <p:cNvSpPr txBox="1"/>
          <p:nvPr/>
        </p:nvSpPr>
        <p:spPr>
          <a:xfrm>
            <a:off x="7183904" y="13296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Linked Focus</a:t>
            </a:r>
            <a:endParaRPr b="1" sz="800"/>
          </a:p>
        </p:txBody>
      </p:sp>
      <p:sp>
        <p:nvSpPr>
          <p:cNvPr id="1633" name="Google Shape;1633;p27"/>
          <p:cNvSpPr txBox="1"/>
          <p:nvPr/>
        </p:nvSpPr>
        <p:spPr>
          <a:xfrm>
            <a:off x="5713828" y="1761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Steady Spellcasting</a:t>
            </a:r>
            <a:endParaRPr b="1" sz="800"/>
          </a:p>
        </p:txBody>
      </p:sp>
      <p:sp>
        <p:nvSpPr>
          <p:cNvPr id="1634" name="Google Shape;1634;p27"/>
          <p:cNvSpPr txBox="1"/>
          <p:nvPr/>
        </p:nvSpPr>
        <p:spPr>
          <a:xfrm>
            <a:off x="1080950" y="17582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Spell Penetration</a:t>
            </a:r>
            <a:endParaRPr b="1" sz="800"/>
          </a:p>
        </p:txBody>
      </p:sp>
      <p:sp>
        <p:nvSpPr>
          <p:cNvPr id="1635" name="Google Shape;1635;p27"/>
          <p:cNvSpPr txBox="1"/>
          <p:nvPr/>
        </p:nvSpPr>
        <p:spPr>
          <a:xfrm>
            <a:off x="1080950" y="218696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Advanced School Spell</a:t>
            </a:r>
            <a:endParaRPr b="1" sz="800"/>
          </a:p>
        </p:txBody>
      </p:sp>
      <p:sp>
        <p:nvSpPr>
          <p:cNvPr id="1636" name="Google Shape;1636;p27"/>
          <p:cNvSpPr txBox="1"/>
          <p:nvPr/>
        </p:nvSpPr>
        <p:spPr>
          <a:xfrm>
            <a:off x="4729166" y="21869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Universal Versatility</a:t>
            </a:r>
            <a:endParaRPr b="1" sz="800"/>
          </a:p>
        </p:txBody>
      </p:sp>
      <p:sp>
        <p:nvSpPr>
          <p:cNvPr id="1637" name="Google Shape;1637;p27"/>
          <p:cNvSpPr txBox="1"/>
          <p:nvPr/>
        </p:nvSpPr>
        <p:spPr>
          <a:xfrm>
            <a:off x="5713828" y="26155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Quickened</a:t>
            </a:r>
            <a:endParaRPr b="1" sz="800"/>
          </a:p>
          <a:p>
            <a:pPr indent="0" lvl="0" marL="0" rtl="0" algn="ctr">
              <a:spcBef>
                <a:spcPts val="0"/>
              </a:spcBef>
              <a:spcAft>
                <a:spcPts val="0"/>
              </a:spcAft>
              <a:buNone/>
            </a:pPr>
            <a:r>
              <a:rPr b="1" lang="en" sz="800"/>
              <a:t>Casting</a:t>
            </a:r>
            <a:endParaRPr b="1" sz="800"/>
          </a:p>
        </p:txBody>
      </p:sp>
      <p:sp>
        <p:nvSpPr>
          <p:cNvPr id="1638" name="Google Shape;1638;p27"/>
          <p:cNvSpPr txBox="1"/>
          <p:nvPr/>
        </p:nvSpPr>
        <p:spPr>
          <a:xfrm>
            <a:off x="1080950" y="261559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Overwhelming Energy</a:t>
            </a:r>
            <a:endParaRPr b="1" sz="800"/>
          </a:p>
        </p:txBody>
      </p:sp>
      <p:sp>
        <p:nvSpPr>
          <p:cNvPr id="1639" name="Google Shape;1639;p27"/>
          <p:cNvSpPr txBox="1"/>
          <p:nvPr/>
        </p:nvSpPr>
        <p:spPr>
          <a:xfrm>
            <a:off x="5713828" y="30441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Magic Sense</a:t>
            </a:r>
            <a:endParaRPr b="1" sz="800"/>
          </a:p>
        </p:txBody>
      </p:sp>
      <p:sp>
        <p:nvSpPr>
          <p:cNvPr id="1640" name="Google Shape;1640;p27"/>
          <p:cNvSpPr txBox="1"/>
          <p:nvPr/>
        </p:nvSpPr>
        <p:spPr>
          <a:xfrm>
            <a:off x="6901688" y="3472849"/>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Bonded Focus</a:t>
            </a:r>
            <a:endParaRPr b="1" sz="800"/>
          </a:p>
        </p:txBody>
      </p:sp>
      <p:sp>
        <p:nvSpPr>
          <p:cNvPr id="1641" name="Google Shape;1641;p27"/>
          <p:cNvSpPr txBox="1"/>
          <p:nvPr/>
        </p:nvSpPr>
        <p:spPr>
          <a:xfrm>
            <a:off x="8032117" y="34728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Superior Bond</a:t>
            </a:r>
            <a:endParaRPr b="1" sz="800"/>
          </a:p>
        </p:txBody>
      </p:sp>
      <p:sp>
        <p:nvSpPr>
          <p:cNvPr id="1642" name="Google Shape;1642;p27"/>
          <p:cNvSpPr txBox="1"/>
          <p:nvPr/>
        </p:nvSpPr>
        <p:spPr>
          <a:xfrm>
            <a:off x="4454553" y="39014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74300" wrap="square" tIns="9125">
            <a:noAutofit/>
          </a:bodyPr>
          <a:lstStyle/>
          <a:p>
            <a:pPr indent="0" lvl="0" marL="0" rtl="0" algn="ctr">
              <a:spcBef>
                <a:spcPts val="0"/>
              </a:spcBef>
              <a:spcAft>
                <a:spcPts val="0"/>
              </a:spcAft>
              <a:buNone/>
            </a:pPr>
            <a:r>
              <a:rPr b="1" lang="en" sz="800"/>
              <a:t>Spell Tinker</a:t>
            </a:r>
            <a:endParaRPr b="1" sz="800"/>
          </a:p>
        </p:txBody>
      </p:sp>
      <p:sp>
        <p:nvSpPr>
          <p:cNvPr id="1643" name="Google Shape;1643;p27"/>
          <p:cNvSpPr txBox="1"/>
          <p:nvPr/>
        </p:nvSpPr>
        <p:spPr>
          <a:xfrm>
            <a:off x="1080950" y="3901474"/>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Effortless Concentration</a:t>
            </a:r>
            <a:endParaRPr b="1" sz="800"/>
          </a:p>
        </p:txBody>
      </p:sp>
      <p:sp>
        <p:nvSpPr>
          <p:cNvPr id="1644" name="Google Shape;1644;p27"/>
          <p:cNvSpPr txBox="1"/>
          <p:nvPr/>
        </p:nvSpPr>
        <p:spPr>
          <a:xfrm>
            <a:off x="1080950" y="43301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Infinite</a:t>
            </a:r>
            <a:endParaRPr b="1" sz="800"/>
          </a:p>
          <a:p>
            <a:pPr indent="0" lvl="0" marL="0" rtl="0" algn="ctr">
              <a:spcBef>
                <a:spcPts val="0"/>
              </a:spcBef>
              <a:spcAft>
                <a:spcPts val="0"/>
              </a:spcAft>
              <a:buNone/>
            </a:pPr>
            <a:r>
              <a:rPr b="1" lang="en" sz="800"/>
              <a:t>Possibilities</a:t>
            </a:r>
            <a:endParaRPr b="1" sz="800"/>
          </a:p>
        </p:txBody>
      </p:sp>
      <p:sp>
        <p:nvSpPr>
          <p:cNvPr id="1645" name="Google Shape;1645;p27"/>
          <p:cNvSpPr txBox="1"/>
          <p:nvPr/>
        </p:nvSpPr>
        <p:spPr>
          <a:xfrm>
            <a:off x="4454553" y="475867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Metamagic</a:t>
            </a:r>
            <a:endParaRPr b="1" sz="800"/>
          </a:p>
          <a:p>
            <a:pPr indent="0" lvl="0" marL="0" rtl="0" algn="ctr">
              <a:spcBef>
                <a:spcPts val="0"/>
              </a:spcBef>
              <a:spcAft>
                <a:spcPts val="0"/>
              </a:spcAft>
              <a:buNone/>
            </a:pPr>
            <a:r>
              <a:rPr b="1" lang="en" sz="800"/>
              <a:t>Mastery</a:t>
            </a:r>
            <a:endParaRPr b="1" sz="800"/>
          </a:p>
        </p:txBody>
      </p:sp>
      <p:sp>
        <p:nvSpPr>
          <p:cNvPr id="1646" name="Google Shape;1646;p27"/>
          <p:cNvSpPr txBox="1"/>
          <p:nvPr/>
        </p:nvSpPr>
        <p:spPr>
          <a:xfrm>
            <a:off x="1080950" y="475873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Archwizard’s</a:t>
            </a:r>
            <a:endParaRPr b="1" sz="800"/>
          </a:p>
          <a:p>
            <a:pPr indent="0" lvl="0" marL="0" rtl="0" algn="ctr">
              <a:spcBef>
                <a:spcPts val="0"/>
              </a:spcBef>
              <a:spcAft>
                <a:spcPts val="0"/>
              </a:spcAft>
              <a:buNone/>
            </a:pPr>
            <a:r>
              <a:rPr b="1" lang="en" sz="800"/>
              <a:t>Might</a:t>
            </a:r>
            <a:endParaRPr b="1" sz="800"/>
          </a:p>
        </p:txBody>
      </p:sp>
      <p:sp>
        <p:nvSpPr>
          <p:cNvPr id="1647" name="Google Shape;1647;p27"/>
          <p:cNvSpPr txBox="1"/>
          <p:nvPr/>
        </p:nvSpPr>
        <p:spPr>
          <a:xfrm>
            <a:off x="7644067" y="47586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Spell</a:t>
            </a:r>
            <a:endParaRPr b="1" sz="800"/>
          </a:p>
          <a:p>
            <a:pPr indent="0" lvl="0" marL="0" rtl="0" algn="ctr">
              <a:spcBef>
                <a:spcPts val="0"/>
              </a:spcBef>
              <a:spcAft>
                <a:spcPts val="0"/>
              </a:spcAft>
              <a:buNone/>
            </a:pPr>
            <a:r>
              <a:rPr b="1" lang="en" sz="800"/>
              <a:t>Combination</a:t>
            </a:r>
            <a:endParaRPr b="1" sz="800"/>
          </a:p>
        </p:txBody>
      </p:sp>
      <p:cxnSp>
        <p:nvCxnSpPr>
          <p:cNvPr id="1648" name="Google Shape;1648;p27"/>
          <p:cNvCxnSpPr>
            <a:stCxn id="1626" idx="2"/>
            <a:endCxn id="1636" idx="0"/>
          </p:cNvCxnSpPr>
          <p:nvPr/>
        </p:nvCxnSpPr>
        <p:spPr>
          <a:xfrm flipH="1" rot="-5400000">
            <a:off x="4528166" y="1499161"/>
            <a:ext cx="1374900" cy="600"/>
          </a:xfrm>
          <a:prstGeom prst="bentConnector3">
            <a:avLst>
              <a:gd fmla="val 50000" name="adj1"/>
            </a:avLst>
          </a:prstGeom>
          <a:noFill/>
          <a:ln cap="flat" cmpd="sng" w="19050">
            <a:solidFill>
              <a:srgbClr val="000000"/>
            </a:solidFill>
            <a:prstDash val="solid"/>
            <a:round/>
            <a:headEnd len="med" w="med" type="none"/>
            <a:tailEnd len="med" w="med" type="triangle"/>
          </a:ln>
        </p:spPr>
      </p:cxnSp>
      <p:sp>
        <p:nvSpPr>
          <p:cNvPr id="1649" name="Google Shape;1649;p27"/>
          <p:cNvSpPr txBox="1"/>
          <p:nvPr/>
        </p:nvSpPr>
        <p:spPr>
          <a:xfrm>
            <a:off x="3979796" y="261556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228600" wrap="square" tIns="9125">
            <a:noAutofit/>
          </a:bodyPr>
          <a:lstStyle/>
          <a:p>
            <a:pPr indent="0" lvl="0" marL="0" rtl="0" algn="ctr">
              <a:spcBef>
                <a:spcPts val="0"/>
              </a:spcBef>
              <a:spcAft>
                <a:spcPts val="0"/>
              </a:spcAft>
              <a:buNone/>
            </a:pPr>
            <a:r>
              <a:rPr b="1" lang="en" sz="800"/>
              <a:t>Scroll Savant</a:t>
            </a:r>
            <a:endParaRPr b="1" sz="800"/>
          </a:p>
        </p:txBody>
      </p:sp>
      <p:cxnSp>
        <p:nvCxnSpPr>
          <p:cNvPr id="1650" name="Google Shape;1650;p27"/>
          <p:cNvCxnSpPr>
            <a:stCxn id="1651" idx="2"/>
            <a:endCxn id="1652" idx="0"/>
          </p:cNvCxnSpPr>
          <p:nvPr/>
        </p:nvCxnSpPr>
        <p:spPr>
          <a:xfrm flipH="1" rot="-5400000">
            <a:off x="1748913" y="1927849"/>
            <a:ext cx="2232300" cy="600"/>
          </a:xfrm>
          <a:prstGeom prst="bentConnector3">
            <a:avLst>
              <a:gd fmla="val 49998" name="adj1"/>
            </a:avLst>
          </a:prstGeom>
          <a:noFill/>
          <a:ln cap="flat" cmpd="sng" w="19050">
            <a:solidFill>
              <a:srgbClr val="000000"/>
            </a:solidFill>
            <a:prstDash val="solid"/>
            <a:round/>
            <a:headEnd len="med" w="med" type="none"/>
            <a:tailEnd len="med" w="med" type="triangle"/>
          </a:ln>
        </p:spPr>
      </p:cxnSp>
      <p:grpSp>
        <p:nvGrpSpPr>
          <p:cNvPr id="1653" name="Google Shape;1653;p27"/>
          <p:cNvGrpSpPr/>
          <p:nvPr/>
        </p:nvGrpSpPr>
        <p:grpSpPr>
          <a:xfrm>
            <a:off x="2378613" y="472399"/>
            <a:ext cx="1573181" cy="3340039"/>
            <a:chOff x="3796875" y="472399"/>
            <a:chExt cx="1573181" cy="3340039"/>
          </a:xfrm>
        </p:grpSpPr>
        <p:grpSp>
          <p:nvGrpSpPr>
            <p:cNvPr id="1654" name="Google Shape;1654;p27"/>
            <p:cNvGrpSpPr/>
            <p:nvPr/>
          </p:nvGrpSpPr>
          <p:grpSpPr>
            <a:xfrm>
              <a:off x="3796875" y="472399"/>
              <a:ext cx="1191390" cy="3340039"/>
              <a:chOff x="1274475" y="472411"/>
              <a:chExt cx="1191390" cy="3340039"/>
            </a:xfrm>
          </p:grpSpPr>
          <p:sp>
            <p:nvSpPr>
              <p:cNvPr id="1651" name="Google Shape;1651;p27"/>
              <p:cNvSpPr txBox="1"/>
              <p:nvPr/>
            </p:nvSpPr>
            <p:spPr>
              <a:xfrm>
                <a:off x="1274475" y="4724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Counterspell</a:t>
                </a:r>
                <a:endParaRPr b="1" sz="800"/>
              </a:p>
            </p:txBody>
          </p:sp>
          <p:sp>
            <p:nvSpPr>
              <p:cNvPr id="1652" name="Google Shape;1652;p27"/>
              <p:cNvSpPr txBox="1"/>
              <p:nvPr/>
            </p:nvSpPr>
            <p:spPr>
              <a:xfrm>
                <a:off x="1274475" y="3044211"/>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Clever Counterspell</a:t>
                </a:r>
                <a:endParaRPr b="1" sz="800"/>
              </a:p>
            </p:txBody>
          </p:sp>
          <p:sp>
            <p:nvSpPr>
              <p:cNvPr id="1655" name="Google Shape;1655;p27"/>
              <p:cNvSpPr txBox="1"/>
              <p:nvPr/>
            </p:nvSpPr>
            <p:spPr>
              <a:xfrm>
                <a:off x="1493565" y="3472850"/>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Reflect Spell</a:t>
                </a:r>
                <a:endParaRPr b="1" sz="800"/>
              </a:p>
            </p:txBody>
          </p:sp>
        </p:grpSp>
        <p:sp>
          <p:nvSpPr>
            <p:cNvPr id="1656" name="Google Shape;1656;p27"/>
            <p:cNvSpPr txBox="1"/>
            <p:nvPr/>
          </p:nvSpPr>
          <p:spPr>
            <a:xfrm>
              <a:off x="4397756" y="1972600"/>
              <a:ext cx="972300" cy="339600"/>
            </a:xfrm>
            <a:prstGeom prst="rect">
              <a:avLst/>
            </a:prstGeom>
            <a:solidFill>
              <a:srgbClr val="9FC5E8"/>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Quick Recognition</a:t>
              </a:r>
              <a:endParaRPr b="1" sz="800"/>
            </a:p>
          </p:txBody>
        </p:sp>
      </p:grpSp>
      <p:cxnSp>
        <p:nvCxnSpPr>
          <p:cNvPr id="1657" name="Google Shape;1657;p27"/>
          <p:cNvCxnSpPr>
            <a:stCxn id="1652" idx="0"/>
            <a:endCxn id="1656" idx="1"/>
          </p:cNvCxnSpPr>
          <p:nvPr/>
        </p:nvCxnSpPr>
        <p:spPr>
          <a:xfrm rot="-5400000">
            <a:off x="2471163" y="2535999"/>
            <a:ext cx="901800" cy="114600"/>
          </a:xfrm>
          <a:prstGeom prst="bentConnector2">
            <a:avLst/>
          </a:prstGeom>
          <a:noFill/>
          <a:ln cap="flat" cmpd="sng" w="19050">
            <a:solidFill>
              <a:srgbClr val="000000"/>
            </a:solidFill>
            <a:prstDash val="solid"/>
            <a:round/>
            <a:headEnd len="med" w="med" type="triangle"/>
            <a:tailEnd len="med" w="med" type="none"/>
          </a:ln>
        </p:spPr>
      </p:cxnSp>
      <p:cxnSp>
        <p:nvCxnSpPr>
          <p:cNvPr id="1658" name="Google Shape;1658;p27"/>
          <p:cNvCxnSpPr>
            <a:stCxn id="1651" idx="1"/>
            <a:endCxn id="1655" idx="1"/>
          </p:cNvCxnSpPr>
          <p:nvPr/>
        </p:nvCxnSpPr>
        <p:spPr>
          <a:xfrm>
            <a:off x="2378613" y="642199"/>
            <a:ext cx="219000" cy="3000300"/>
          </a:xfrm>
          <a:prstGeom prst="bentConnector3">
            <a:avLst>
              <a:gd fmla="val -108733" name="adj1"/>
            </a:avLst>
          </a:prstGeom>
          <a:noFill/>
          <a:ln cap="flat" cmpd="sng" w="19050">
            <a:solidFill>
              <a:srgbClr val="000000"/>
            </a:solidFill>
            <a:prstDash val="solid"/>
            <a:round/>
            <a:headEnd len="med" w="med" type="none"/>
            <a:tailEnd len="med" w="med" type="triangle"/>
          </a:ln>
        </p:spPr>
      </p:cxnSp>
      <p:sp>
        <p:nvSpPr>
          <p:cNvPr id="1659" name="Google Shape;1659;p27"/>
          <p:cNvSpPr txBox="1"/>
          <p:nvPr/>
        </p:nvSpPr>
        <p:spPr>
          <a:xfrm>
            <a:off x="4454563" y="4330086"/>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Reprepare Spell</a:t>
            </a:r>
            <a:endParaRPr b="1" sz="800"/>
          </a:p>
        </p:txBody>
      </p:sp>
      <p:cxnSp>
        <p:nvCxnSpPr>
          <p:cNvPr id="1660" name="Google Shape;1660;p27"/>
          <p:cNvCxnSpPr/>
          <p:nvPr/>
        </p:nvCxnSpPr>
        <p:spPr>
          <a:xfrm flipH="1" rot="-5400000">
            <a:off x="1522550" y="1224200"/>
            <a:ext cx="89100" cy="600"/>
          </a:xfrm>
          <a:prstGeom prst="bentConnector3">
            <a:avLst>
              <a:gd fmla="val 50000" name="adj1"/>
            </a:avLst>
          </a:prstGeom>
          <a:noFill/>
          <a:ln cap="flat" cmpd="sng" w="19050">
            <a:solidFill>
              <a:srgbClr val="000000"/>
            </a:solidFill>
            <a:prstDash val="solid"/>
            <a:round/>
            <a:headEnd len="med" w="med" type="none"/>
            <a:tailEnd len="med" w="med" type="triangle"/>
          </a:ln>
        </p:spPr>
      </p:cxnSp>
      <p:cxnSp>
        <p:nvCxnSpPr>
          <p:cNvPr id="1661" name="Google Shape;1661;p27"/>
          <p:cNvCxnSpPr/>
          <p:nvPr/>
        </p:nvCxnSpPr>
        <p:spPr>
          <a:xfrm flipH="1" rot="-5400000">
            <a:off x="3995788" y="794725"/>
            <a:ext cx="89100" cy="600"/>
          </a:xfrm>
          <a:prstGeom prst="bentConnector3">
            <a:avLst>
              <a:gd fmla="val 50000" name="adj1"/>
            </a:avLst>
          </a:prstGeom>
          <a:noFill/>
          <a:ln cap="flat" cmpd="sng" w="19050">
            <a:solidFill>
              <a:srgbClr val="000000"/>
            </a:solidFill>
            <a:prstDash val="solid"/>
            <a:round/>
            <a:headEnd len="med" w="med" type="none"/>
            <a:tailEnd len="med" w="med" type="triangle"/>
          </a:ln>
        </p:spPr>
      </p:cxnSp>
      <p:grpSp>
        <p:nvGrpSpPr>
          <p:cNvPr id="1662" name="Google Shape;1662;p27"/>
          <p:cNvGrpSpPr/>
          <p:nvPr/>
        </p:nvGrpSpPr>
        <p:grpSpPr>
          <a:xfrm>
            <a:off x="5806674" y="3698848"/>
            <a:ext cx="786600" cy="1164000"/>
            <a:chOff x="8168949" y="2797723"/>
            <a:chExt cx="786600" cy="1164000"/>
          </a:xfrm>
        </p:grpSpPr>
        <p:sp>
          <p:nvSpPr>
            <p:cNvPr id="1663" name="Google Shape;1663;p27"/>
            <p:cNvSpPr/>
            <p:nvPr/>
          </p:nvSpPr>
          <p:spPr>
            <a:xfrm>
              <a:off x="8168949" y="2797723"/>
              <a:ext cx="786600" cy="11640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25" lIns="9125" spcFirstLastPara="1" rIns="9125" wrap="square" tIns="9125">
              <a:noAutofit/>
            </a:bodyPr>
            <a:lstStyle/>
            <a:p>
              <a:pPr indent="0" lvl="0" marL="0" rtl="0" algn="ctr">
                <a:spcBef>
                  <a:spcPts val="0"/>
                </a:spcBef>
                <a:spcAft>
                  <a:spcPts val="0"/>
                </a:spcAft>
                <a:buNone/>
              </a:pPr>
              <a:r>
                <a:rPr b="1" lang="en" sz="800"/>
                <a:t>Key</a:t>
              </a:r>
              <a:endParaRPr b="1" sz="800"/>
            </a:p>
          </p:txBody>
        </p:sp>
        <p:sp>
          <p:nvSpPr>
            <p:cNvPr id="1664" name="Google Shape;1664;p27"/>
            <p:cNvSpPr txBox="1"/>
            <p:nvPr/>
          </p:nvSpPr>
          <p:spPr>
            <a:xfrm>
              <a:off x="8233724" y="3686062"/>
              <a:ext cx="657000" cy="229500"/>
            </a:xfrm>
            <a:prstGeom prst="rect">
              <a:avLst/>
            </a:prstGeom>
            <a:solidFill>
              <a:srgbClr val="9FC5E8"/>
            </a:solidFill>
            <a:ln cap="flat" cmpd="sng" w="19050">
              <a:solidFill>
                <a:srgbClr val="0000FF"/>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General Feat</a:t>
              </a:r>
              <a:endParaRPr b="1" sz="700"/>
            </a:p>
          </p:txBody>
        </p:sp>
        <p:sp>
          <p:nvSpPr>
            <p:cNvPr id="1665" name="Google Shape;1665;p27"/>
            <p:cNvSpPr/>
            <p:nvPr/>
          </p:nvSpPr>
          <p:spPr>
            <a:xfrm>
              <a:off x="8233780" y="3420441"/>
              <a:ext cx="657000" cy="2295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Class Feature</a:t>
              </a:r>
              <a:endParaRPr b="1" sz="700"/>
            </a:p>
          </p:txBody>
        </p:sp>
        <p:cxnSp>
          <p:nvCxnSpPr>
            <p:cNvPr id="1666" name="Google Shape;1666;p27"/>
            <p:cNvCxnSpPr/>
            <p:nvPr/>
          </p:nvCxnSpPr>
          <p:spPr>
            <a:xfrm rot="10800000">
              <a:off x="8332471" y="3093401"/>
              <a:ext cx="459600" cy="0"/>
            </a:xfrm>
            <a:prstGeom prst="straightConnector1">
              <a:avLst/>
            </a:prstGeom>
            <a:noFill/>
            <a:ln cap="flat" cmpd="sng" w="19050">
              <a:solidFill>
                <a:srgbClr val="000000"/>
              </a:solidFill>
              <a:prstDash val="solid"/>
              <a:round/>
              <a:headEnd len="med" w="med" type="none"/>
              <a:tailEnd len="med" w="med" type="triangle"/>
            </a:ln>
          </p:spPr>
        </p:cxnSp>
        <p:sp>
          <p:nvSpPr>
            <p:cNvPr id="1667" name="Google Shape;1667;p27"/>
            <p:cNvSpPr txBox="1"/>
            <p:nvPr/>
          </p:nvSpPr>
          <p:spPr>
            <a:xfrm>
              <a:off x="8340262" y="2955144"/>
              <a:ext cx="444000" cy="126000"/>
            </a:xfrm>
            <a:prstGeom prst="rect">
              <a:avLst/>
            </a:prstGeom>
            <a:noFill/>
            <a:ln>
              <a:noFill/>
            </a:ln>
          </p:spPr>
          <p:txBody>
            <a:bodyPr anchorCtr="0" anchor="t" bIns="9125" lIns="9125" spcFirstLastPara="1" rIns="9125" wrap="square" tIns="9125">
              <a:noAutofit/>
            </a:bodyPr>
            <a:lstStyle/>
            <a:p>
              <a:pPr indent="0" lvl="0" marL="0" rtl="0" algn="ctr">
                <a:spcBef>
                  <a:spcPts val="0"/>
                </a:spcBef>
                <a:spcAft>
                  <a:spcPts val="0"/>
                </a:spcAft>
                <a:buNone/>
              </a:pPr>
              <a:r>
                <a:rPr lang="en" sz="600"/>
                <a:t>Prerequisite</a:t>
              </a:r>
              <a:endParaRPr sz="600"/>
            </a:p>
          </p:txBody>
        </p:sp>
      </p:grpSp>
      <p:pic>
        <p:nvPicPr>
          <p:cNvPr id="1668" name="Google Shape;1668;p27"/>
          <p:cNvPicPr preferRelativeResize="0"/>
          <p:nvPr/>
        </p:nvPicPr>
        <p:blipFill>
          <a:blip r:embed="rId3">
            <a:alphaModFix/>
          </a:blip>
          <a:stretch>
            <a:fillRect/>
          </a:stretch>
        </p:blipFill>
        <p:spPr>
          <a:xfrm>
            <a:off x="5155838" y="3901483"/>
            <a:ext cx="271018" cy="186325"/>
          </a:xfrm>
          <a:prstGeom prst="rect">
            <a:avLst/>
          </a:prstGeom>
          <a:noFill/>
          <a:ln cap="flat" cmpd="sng" w="9525">
            <a:solidFill>
              <a:srgbClr val="000000"/>
            </a:solidFill>
            <a:prstDash val="solid"/>
            <a:round/>
            <a:headEnd len="sm" w="sm" type="none"/>
            <a:tailEnd len="sm" w="sm" type="none"/>
          </a:ln>
        </p:spPr>
      </p:pic>
      <p:pic>
        <p:nvPicPr>
          <p:cNvPr id="1669" name="Google Shape;1669;p27"/>
          <p:cNvPicPr preferRelativeResize="0"/>
          <p:nvPr/>
        </p:nvPicPr>
        <p:blipFill>
          <a:blip r:embed="rId4">
            <a:alphaModFix/>
          </a:blip>
          <a:stretch>
            <a:fillRect/>
          </a:stretch>
        </p:blipFill>
        <p:spPr>
          <a:xfrm>
            <a:off x="6883325" y="1329691"/>
            <a:ext cx="191500" cy="181421"/>
          </a:xfrm>
          <a:prstGeom prst="rect">
            <a:avLst/>
          </a:prstGeom>
          <a:noFill/>
          <a:ln cap="flat" cmpd="sng" w="9525">
            <a:solidFill>
              <a:srgbClr val="000000"/>
            </a:solidFill>
            <a:prstDash val="solid"/>
            <a:round/>
            <a:headEnd len="sm" w="sm" type="none"/>
            <a:tailEnd len="sm" w="sm" type="none"/>
          </a:ln>
        </p:spPr>
      </p:pic>
      <p:sp>
        <p:nvSpPr>
          <p:cNvPr id="1670" name="Google Shape;1670;p27"/>
          <p:cNvSpPr txBox="1"/>
          <p:nvPr/>
        </p:nvSpPr>
        <p:spPr>
          <a:xfrm>
            <a:off x="7156778" y="21869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Bond</a:t>
            </a:r>
            <a:endParaRPr b="1" sz="800"/>
          </a:p>
          <a:p>
            <a:pPr indent="0" lvl="0" marL="0" rtl="0" algn="ctr">
              <a:spcBef>
                <a:spcPts val="0"/>
              </a:spcBef>
              <a:spcAft>
                <a:spcPts val="0"/>
              </a:spcAft>
              <a:buNone/>
            </a:pPr>
            <a:r>
              <a:rPr b="1" lang="en" sz="800"/>
              <a:t>Conservation</a:t>
            </a:r>
            <a:endParaRPr b="1" sz="800"/>
          </a:p>
        </p:txBody>
      </p:sp>
      <p:pic>
        <p:nvPicPr>
          <p:cNvPr id="1671" name="Google Shape;1671;p27"/>
          <p:cNvPicPr preferRelativeResize="0"/>
          <p:nvPr/>
        </p:nvPicPr>
        <p:blipFill>
          <a:blip r:embed="rId5">
            <a:alphaModFix/>
          </a:blip>
          <a:stretch>
            <a:fillRect/>
          </a:stretch>
        </p:blipFill>
        <p:spPr>
          <a:xfrm>
            <a:off x="7947369" y="2186913"/>
            <a:ext cx="181700" cy="176775"/>
          </a:xfrm>
          <a:prstGeom prst="rect">
            <a:avLst/>
          </a:prstGeom>
          <a:noFill/>
          <a:ln cap="flat" cmpd="sng" w="9525">
            <a:solidFill>
              <a:srgbClr val="000000"/>
            </a:solidFill>
            <a:prstDash val="solid"/>
            <a:round/>
            <a:headEnd len="sm" w="sm" type="none"/>
            <a:tailEnd len="sm" w="sm" type="none"/>
          </a:ln>
        </p:spPr>
      </p:pic>
      <p:pic>
        <p:nvPicPr>
          <p:cNvPr id="1672" name="Google Shape;1672;p27"/>
          <p:cNvPicPr preferRelativeResize="0"/>
          <p:nvPr/>
        </p:nvPicPr>
        <p:blipFill>
          <a:blip r:embed="rId5">
            <a:alphaModFix/>
          </a:blip>
          <a:stretch>
            <a:fillRect/>
          </a:stretch>
        </p:blipFill>
        <p:spPr>
          <a:xfrm>
            <a:off x="1864231" y="1332038"/>
            <a:ext cx="181700" cy="176775"/>
          </a:xfrm>
          <a:prstGeom prst="rect">
            <a:avLst/>
          </a:prstGeom>
          <a:noFill/>
          <a:ln cap="flat" cmpd="sng" w="9525">
            <a:solidFill>
              <a:srgbClr val="000000"/>
            </a:solidFill>
            <a:prstDash val="solid"/>
            <a:round/>
            <a:headEnd len="sm" w="sm" type="none"/>
            <a:tailEnd len="sm" w="sm" type="none"/>
          </a:ln>
        </p:spPr>
      </p:pic>
      <p:pic>
        <p:nvPicPr>
          <p:cNvPr id="1673" name="Google Shape;1673;p27"/>
          <p:cNvPicPr preferRelativeResize="0"/>
          <p:nvPr/>
        </p:nvPicPr>
        <p:blipFill>
          <a:blip r:embed="rId5">
            <a:alphaModFix/>
          </a:blip>
          <a:stretch>
            <a:fillRect/>
          </a:stretch>
        </p:blipFill>
        <p:spPr>
          <a:xfrm>
            <a:off x="1864244" y="2616750"/>
            <a:ext cx="181700" cy="176775"/>
          </a:xfrm>
          <a:prstGeom prst="rect">
            <a:avLst/>
          </a:prstGeom>
          <a:noFill/>
          <a:ln cap="flat" cmpd="sng" w="9525">
            <a:solidFill>
              <a:srgbClr val="000000"/>
            </a:solidFill>
            <a:prstDash val="solid"/>
            <a:round/>
            <a:headEnd len="sm" w="sm" type="none"/>
            <a:tailEnd len="sm" w="sm" type="none"/>
          </a:ln>
        </p:spPr>
      </p:pic>
      <p:pic>
        <p:nvPicPr>
          <p:cNvPr id="1674" name="Google Shape;1674;p27"/>
          <p:cNvPicPr preferRelativeResize="0"/>
          <p:nvPr/>
        </p:nvPicPr>
        <p:blipFill>
          <a:blip r:embed="rId5">
            <a:alphaModFix/>
          </a:blip>
          <a:stretch>
            <a:fillRect/>
          </a:stretch>
        </p:blipFill>
        <p:spPr>
          <a:xfrm>
            <a:off x="7707431" y="477088"/>
            <a:ext cx="181700" cy="176775"/>
          </a:xfrm>
          <a:prstGeom prst="rect">
            <a:avLst/>
          </a:prstGeom>
          <a:noFill/>
          <a:ln cap="flat" cmpd="sng" w="9525">
            <a:solidFill>
              <a:srgbClr val="000000"/>
            </a:solidFill>
            <a:prstDash val="solid"/>
            <a:round/>
            <a:headEnd len="sm" w="sm" type="none"/>
            <a:tailEnd len="sm" w="sm" type="none"/>
          </a:ln>
        </p:spPr>
      </p:pic>
      <p:pic>
        <p:nvPicPr>
          <p:cNvPr id="1675" name="Google Shape;1675;p27"/>
          <p:cNvPicPr preferRelativeResize="0"/>
          <p:nvPr/>
        </p:nvPicPr>
        <p:blipFill>
          <a:blip r:embed="rId5">
            <a:alphaModFix/>
          </a:blip>
          <a:stretch>
            <a:fillRect/>
          </a:stretch>
        </p:blipFill>
        <p:spPr>
          <a:xfrm>
            <a:off x="6621081" y="477088"/>
            <a:ext cx="181700" cy="176775"/>
          </a:xfrm>
          <a:prstGeom prst="rect">
            <a:avLst/>
          </a:prstGeom>
          <a:noFill/>
          <a:ln cap="flat" cmpd="sng" w="9525">
            <a:solidFill>
              <a:srgbClr val="000000"/>
            </a:solidFill>
            <a:prstDash val="solid"/>
            <a:round/>
            <a:headEnd len="sm" w="sm" type="none"/>
            <a:tailEnd len="sm" w="sm" type="none"/>
          </a:ln>
        </p:spPr>
      </p:pic>
      <p:pic>
        <p:nvPicPr>
          <p:cNvPr id="1676" name="Google Shape;1676;p27"/>
          <p:cNvPicPr preferRelativeResize="0"/>
          <p:nvPr/>
        </p:nvPicPr>
        <p:blipFill>
          <a:blip r:embed="rId5">
            <a:alphaModFix/>
          </a:blip>
          <a:stretch>
            <a:fillRect/>
          </a:stretch>
        </p:blipFill>
        <p:spPr>
          <a:xfrm>
            <a:off x="1864244" y="905788"/>
            <a:ext cx="181700" cy="176775"/>
          </a:xfrm>
          <a:prstGeom prst="rect">
            <a:avLst/>
          </a:prstGeom>
          <a:noFill/>
          <a:ln cap="flat" cmpd="sng" w="9525">
            <a:solidFill>
              <a:srgbClr val="000000"/>
            </a:solidFill>
            <a:prstDash val="solid"/>
            <a:round/>
            <a:headEnd len="sm" w="sm" type="none"/>
            <a:tailEnd len="sm" w="sm" type="none"/>
          </a:ln>
        </p:spPr>
      </p:pic>
      <p:pic>
        <p:nvPicPr>
          <p:cNvPr id="1677" name="Google Shape;1677;p27"/>
          <p:cNvPicPr preferRelativeResize="0"/>
          <p:nvPr/>
        </p:nvPicPr>
        <p:blipFill>
          <a:blip r:embed="rId4">
            <a:alphaModFix/>
          </a:blip>
          <a:stretch>
            <a:fillRect/>
          </a:stretch>
        </p:blipFill>
        <p:spPr>
          <a:xfrm>
            <a:off x="6494625" y="2615554"/>
            <a:ext cx="191500" cy="181421"/>
          </a:xfrm>
          <a:prstGeom prst="rect">
            <a:avLst/>
          </a:prstGeom>
          <a:noFill/>
          <a:ln cap="flat" cmpd="sng" w="9525">
            <a:solidFill>
              <a:srgbClr val="000000"/>
            </a:solidFill>
            <a:prstDash val="solid"/>
            <a:round/>
            <a:headEnd len="sm" w="sm" type="none"/>
            <a:tailEnd len="sm" w="sm" type="none"/>
          </a:ln>
        </p:spPr>
      </p:pic>
      <p:pic>
        <p:nvPicPr>
          <p:cNvPr id="1678" name="Google Shape;1678;p27"/>
          <p:cNvPicPr preferRelativeResize="0"/>
          <p:nvPr/>
        </p:nvPicPr>
        <p:blipFill>
          <a:blip r:embed="rId4">
            <a:alphaModFix/>
          </a:blip>
          <a:stretch>
            <a:fillRect/>
          </a:stretch>
        </p:blipFill>
        <p:spPr>
          <a:xfrm>
            <a:off x="1859325" y="3901454"/>
            <a:ext cx="191500" cy="181421"/>
          </a:xfrm>
          <a:prstGeom prst="rect">
            <a:avLst/>
          </a:prstGeom>
          <a:noFill/>
          <a:ln cap="flat" cmpd="sng" w="9525">
            <a:solidFill>
              <a:srgbClr val="000000"/>
            </a:solidFill>
            <a:prstDash val="solid"/>
            <a:round/>
            <a:headEnd len="sm" w="sm" type="none"/>
            <a:tailEnd len="sm" w="sm" type="none"/>
          </a:ln>
        </p:spPr>
      </p:pic>
      <p:sp>
        <p:nvSpPr>
          <p:cNvPr id="1679" name="Google Shape;1679;p27"/>
          <p:cNvSpPr/>
          <p:nvPr/>
        </p:nvSpPr>
        <p:spPr>
          <a:xfrm>
            <a:off x="8032113" y="472400"/>
            <a:ext cx="972300" cy="3396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Arcane Bond</a:t>
            </a:r>
            <a:endParaRPr b="1" sz="700"/>
          </a:p>
        </p:txBody>
      </p:sp>
      <p:cxnSp>
        <p:nvCxnSpPr>
          <p:cNvPr id="1680" name="Google Shape;1680;p27"/>
          <p:cNvCxnSpPr>
            <a:stCxn id="1679" idx="1"/>
            <a:endCxn id="1640" idx="0"/>
          </p:cNvCxnSpPr>
          <p:nvPr/>
        </p:nvCxnSpPr>
        <p:spPr>
          <a:xfrm rot="5400000">
            <a:off x="6622713" y="1577150"/>
            <a:ext cx="2660700" cy="1130400"/>
          </a:xfrm>
          <a:prstGeom prst="bentConnector3">
            <a:avLst>
              <a:gd fmla="val 87311" name="adj1"/>
            </a:avLst>
          </a:prstGeom>
          <a:noFill/>
          <a:ln cap="flat" cmpd="sng" w="19050">
            <a:solidFill>
              <a:srgbClr val="000000"/>
            </a:solidFill>
            <a:prstDash val="solid"/>
            <a:round/>
            <a:headEnd len="med" w="med" type="none"/>
            <a:tailEnd len="med" w="med" type="triangle"/>
          </a:ln>
        </p:spPr>
      </p:cxnSp>
      <p:cxnSp>
        <p:nvCxnSpPr>
          <p:cNvPr id="1681" name="Google Shape;1681;p27"/>
          <p:cNvCxnSpPr>
            <a:stCxn id="1679" idx="1"/>
            <a:endCxn id="1670" idx="3"/>
          </p:cNvCxnSpPr>
          <p:nvPr/>
        </p:nvCxnSpPr>
        <p:spPr>
          <a:xfrm rot="5400000">
            <a:off x="7551363" y="1389800"/>
            <a:ext cx="1544700" cy="389100"/>
          </a:xfrm>
          <a:prstGeom prst="bentConnector2">
            <a:avLst/>
          </a:prstGeom>
          <a:noFill/>
          <a:ln cap="flat" cmpd="sng" w="19050">
            <a:solidFill>
              <a:srgbClr val="000000"/>
            </a:solidFill>
            <a:prstDash val="solid"/>
            <a:round/>
            <a:headEnd len="med" w="med" type="none"/>
            <a:tailEnd len="med" w="med" type="triangle"/>
          </a:ln>
        </p:spPr>
      </p:cxnSp>
      <p:cxnSp>
        <p:nvCxnSpPr>
          <p:cNvPr id="1682" name="Google Shape;1682;p27"/>
          <p:cNvCxnSpPr>
            <a:stCxn id="1679" idx="1"/>
            <a:endCxn id="1632" idx="3"/>
          </p:cNvCxnSpPr>
          <p:nvPr/>
        </p:nvCxnSpPr>
        <p:spPr>
          <a:xfrm rot="5400000">
            <a:off x="7993413" y="974750"/>
            <a:ext cx="687600" cy="362100"/>
          </a:xfrm>
          <a:prstGeom prst="bentConnector2">
            <a:avLst/>
          </a:prstGeom>
          <a:noFill/>
          <a:ln cap="flat" cmpd="sng" w="19050">
            <a:solidFill>
              <a:srgbClr val="000000"/>
            </a:solidFill>
            <a:prstDash val="solid"/>
            <a:round/>
            <a:headEnd len="med" w="med" type="none"/>
            <a:tailEnd len="med" w="med" type="triangle"/>
          </a:ln>
        </p:spPr>
      </p:cxnSp>
      <p:cxnSp>
        <p:nvCxnSpPr>
          <p:cNvPr id="1683" name="Google Shape;1683;p27"/>
          <p:cNvCxnSpPr>
            <a:stCxn id="1679" idx="1"/>
            <a:endCxn id="1641" idx="0"/>
          </p:cNvCxnSpPr>
          <p:nvPr/>
        </p:nvCxnSpPr>
        <p:spPr>
          <a:xfrm flipH="1" rot="-5400000">
            <a:off x="7188213" y="2142050"/>
            <a:ext cx="2660700" cy="600"/>
          </a:xfrm>
          <a:prstGeom prst="bentConnector3">
            <a:avLst>
              <a:gd fmla="val 50002" name="adj1"/>
            </a:avLst>
          </a:prstGeom>
          <a:noFill/>
          <a:ln cap="flat" cmpd="sng" w="19050">
            <a:solidFill>
              <a:srgbClr val="000000"/>
            </a:solidFill>
            <a:prstDash val="solid"/>
            <a:round/>
            <a:headEnd len="med" w="med" type="none"/>
            <a:tailEnd len="med" w="med" type="triangle"/>
          </a:ln>
        </p:spPr>
      </p:cxnSp>
      <p:sp>
        <p:nvSpPr>
          <p:cNvPr id="1684" name="Google Shape;1684;p27"/>
          <p:cNvSpPr/>
          <p:nvPr/>
        </p:nvSpPr>
        <p:spPr>
          <a:xfrm>
            <a:off x="2471113" y="4500050"/>
            <a:ext cx="972300" cy="339600"/>
          </a:xfrm>
          <a:prstGeom prst="round2DiagRect">
            <a:avLst>
              <a:gd fmla="val 50000" name="adj1"/>
              <a:gd fmla="val 0" name="adj2"/>
            </a:avLst>
          </a:prstGeom>
          <a:solidFill>
            <a:schemeClr val="lt2"/>
          </a:solidFill>
          <a:ln cap="flat" cmpd="sng" w="19050">
            <a:solidFill>
              <a:srgbClr val="1155CC"/>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700"/>
              <a:t>Archwizard’s Spellcraft</a:t>
            </a:r>
            <a:endParaRPr b="1" sz="700"/>
          </a:p>
        </p:txBody>
      </p:sp>
      <p:cxnSp>
        <p:nvCxnSpPr>
          <p:cNvPr id="1685" name="Google Shape;1685;p27"/>
          <p:cNvCxnSpPr>
            <a:stCxn id="1684" idx="1"/>
            <a:endCxn id="1646" idx="3"/>
          </p:cNvCxnSpPr>
          <p:nvPr/>
        </p:nvCxnSpPr>
        <p:spPr>
          <a:xfrm rot="5400000">
            <a:off x="2460913" y="4432100"/>
            <a:ext cx="88800" cy="903900"/>
          </a:xfrm>
          <a:prstGeom prst="bentConnector2">
            <a:avLst/>
          </a:prstGeom>
          <a:noFill/>
          <a:ln cap="flat" cmpd="sng" w="19050">
            <a:solidFill>
              <a:srgbClr val="000000"/>
            </a:solidFill>
            <a:prstDash val="solid"/>
            <a:round/>
            <a:headEnd len="med" w="med" type="none"/>
            <a:tailEnd len="med" w="med" type="triangle"/>
          </a:ln>
        </p:spPr>
      </p:cxnSp>
      <p:grpSp>
        <p:nvGrpSpPr>
          <p:cNvPr id="1686" name="Google Shape;1686;p27"/>
          <p:cNvGrpSpPr/>
          <p:nvPr/>
        </p:nvGrpSpPr>
        <p:grpSpPr>
          <a:xfrm>
            <a:off x="5879779" y="4082875"/>
            <a:ext cx="640406" cy="150900"/>
            <a:chOff x="6248679" y="4159125"/>
            <a:chExt cx="640406" cy="150900"/>
          </a:xfrm>
        </p:grpSpPr>
        <p:sp>
          <p:nvSpPr>
            <p:cNvPr id="1687" name="Google Shape;1687;p27"/>
            <p:cNvSpPr/>
            <p:nvPr/>
          </p:nvSpPr>
          <p:spPr>
            <a:xfrm>
              <a:off x="6248679" y="4159242"/>
              <a:ext cx="150600" cy="1506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T</a:t>
              </a:r>
              <a:endParaRPr sz="600"/>
            </a:p>
          </p:txBody>
        </p:sp>
        <p:sp>
          <p:nvSpPr>
            <p:cNvPr id="1688" name="Google Shape;1688;p27"/>
            <p:cNvSpPr/>
            <p:nvPr/>
          </p:nvSpPr>
          <p:spPr>
            <a:xfrm>
              <a:off x="6563148" y="4159342"/>
              <a:ext cx="150682" cy="150667"/>
            </a:xfrm>
            <a:prstGeom prst="flowChartDecision">
              <a:avLst/>
            </a:prstGeom>
            <a:solidFill>
              <a:schemeClr val="lt2"/>
            </a:solidFill>
            <a:ln cap="flat" cmpd="sng" w="952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600"/>
                <a:t>M</a:t>
              </a:r>
              <a:endParaRPr sz="600"/>
            </a:p>
          </p:txBody>
        </p:sp>
        <p:sp>
          <p:nvSpPr>
            <p:cNvPr id="1689" name="Google Shape;1689;p27"/>
            <p:cNvSpPr/>
            <p:nvPr/>
          </p:nvSpPr>
          <p:spPr>
            <a:xfrm>
              <a:off x="6738484" y="4159272"/>
              <a:ext cx="150600" cy="150600"/>
            </a:xfrm>
            <a:prstGeom prst="pentagon">
              <a:avLst>
                <a:gd fmla="val 105146" name="hf"/>
                <a:gd fmla="val 110557" name="vf"/>
              </a:avLst>
            </a:prstGeom>
            <a:solidFill>
              <a:schemeClr val="lt2"/>
            </a:solidFill>
            <a:ln cap="flat" cmpd="sng" w="9525">
              <a:solidFill>
                <a:srgbClr val="000000"/>
              </a:solidFill>
              <a:prstDash val="solid"/>
              <a:round/>
              <a:headEnd len="sm" w="sm" type="none"/>
              <a:tailEnd len="sm" w="sm" type="none"/>
            </a:ln>
          </p:spPr>
          <p:txBody>
            <a:bodyPr anchorCtr="0" anchor="ctr" bIns="27425" lIns="9125" spcFirstLastPara="1" rIns="9125" wrap="square" tIns="9125">
              <a:noAutofit/>
            </a:bodyPr>
            <a:lstStyle/>
            <a:p>
              <a:pPr indent="0" lvl="0" marL="0" rtl="0" algn="ctr">
                <a:spcBef>
                  <a:spcPts val="0"/>
                </a:spcBef>
                <a:spcAft>
                  <a:spcPts val="0"/>
                </a:spcAft>
                <a:buNone/>
              </a:pPr>
              <a:r>
                <a:rPr lang="en" sz="600"/>
                <a:t>L</a:t>
              </a:r>
              <a:endParaRPr sz="600"/>
            </a:p>
          </p:txBody>
        </p:sp>
        <p:sp>
          <p:nvSpPr>
            <p:cNvPr id="1690" name="Google Shape;1690;p27"/>
            <p:cNvSpPr/>
            <p:nvPr/>
          </p:nvSpPr>
          <p:spPr>
            <a:xfrm>
              <a:off x="6399445" y="4159125"/>
              <a:ext cx="174600" cy="1509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691" name="Google Shape;1691;p27"/>
            <p:cNvSpPr txBox="1"/>
            <p:nvPr/>
          </p:nvSpPr>
          <p:spPr>
            <a:xfrm>
              <a:off x="6411450" y="4183725"/>
              <a:ext cx="150600" cy="126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E</a:t>
              </a:r>
              <a:endParaRPr/>
            </a:p>
          </p:txBody>
        </p:sp>
      </p:grpSp>
      <p:sp>
        <p:nvSpPr>
          <p:cNvPr id="1692" name="Google Shape;1692;p27"/>
          <p:cNvSpPr/>
          <p:nvPr/>
        </p:nvSpPr>
        <p:spPr>
          <a:xfrm>
            <a:off x="4742087" y="2571150"/>
            <a:ext cx="270000" cy="233400"/>
          </a:xfrm>
          <a:prstGeom prst="triangle">
            <a:avLst>
              <a:gd fmla="val 50000" name="adj"/>
            </a:avLst>
          </a:prstGeom>
          <a:solidFill>
            <a:schemeClr val="lt2"/>
          </a:solidFill>
          <a:ln cap="flat" cmpd="sng" w="9525">
            <a:solidFill>
              <a:srgbClr val="000000"/>
            </a:solidFill>
            <a:prstDash val="solid"/>
            <a:round/>
            <a:headEnd len="sm" w="sm" type="none"/>
            <a:tailEnd len="sm" w="sm" type="none"/>
          </a:ln>
        </p:spPr>
        <p:txBody>
          <a:bodyPr anchorCtr="0" anchor="t" bIns="91425" lIns="9125" spcFirstLastPara="1" rIns="9125" wrap="square" tIns="9125">
            <a:noAutofit/>
          </a:bodyPr>
          <a:lstStyle/>
          <a:p>
            <a:pPr indent="0" lvl="0" marL="0" rtl="0" algn="ctr">
              <a:spcBef>
                <a:spcPts val="0"/>
              </a:spcBef>
              <a:spcAft>
                <a:spcPts val="0"/>
              </a:spcAft>
              <a:buNone/>
            </a:pPr>
            <a:r>
              <a:t/>
            </a:r>
            <a:endParaRPr sz="600"/>
          </a:p>
          <a:p>
            <a:pPr indent="0" lvl="0" marL="0" rtl="0" algn="ctr">
              <a:spcBef>
                <a:spcPts val="0"/>
              </a:spcBef>
              <a:spcAft>
                <a:spcPts val="0"/>
              </a:spcAft>
              <a:buNone/>
            </a:pPr>
            <a:r>
              <a:t/>
            </a:r>
            <a:endParaRPr sz="600"/>
          </a:p>
        </p:txBody>
      </p:sp>
      <p:sp>
        <p:nvSpPr>
          <p:cNvPr id="1693" name="Google Shape;1693;p27"/>
          <p:cNvSpPr txBox="1"/>
          <p:nvPr/>
        </p:nvSpPr>
        <p:spPr>
          <a:xfrm>
            <a:off x="4760659" y="2609207"/>
            <a:ext cx="233100" cy="195300"/>
          </a:xfrm>
          <a:prstGeom prst="rect">
            <a:avLst/>
          </a:prstGeom>
          <a:noFill/>
          <a:ln>
            <a:noFill/>
          </a:ln>
        </p:spPr>
        <p:txBody>
          <a:bodyPr anchorCtr="0" anchor="ctr" bIns="9125" lIns="9125" spcFirstLastPara="1" rIns="9125" wrap="square" tIns="9125">
            <a:noAutofit/>
          </a:bodyPr>
          <a:lstStyle/>
          <a:p>
            <a:pPr indent="0" lvl="0" marL="0" rtl="0" algn="ctr">
              <a:spcBef>
                <a:spcPts val="0"/>
              </a:spcBef>
              <a:spcAft>
                <a:spcPts val="0"/>
              </a:spcAft>
              <a:buNone/>
            </a:pPr>
            <a:r>
              <a:rPr lang="en" sz="600">
                <a:solidFill>
                  <a:schemeClr val="dk1"/>
                </a:solidFill>
              </a:rPr>
              <a:t>C</a:t>
            </a:r>
            <a:endParaRPr/>
          </a:p>
        </p:txBody>
      </p:sp>
      <p:sp>
        <p:nvSpPr>
          <p:cNvPr id="1694" name="Google Shape;1694;p27"/>
          <p:cNvSpPr txBox="1"/>
          <p:nvPr/>
        </p:nvSpPr>
        <p:spPr>
          <a:xfrm>
            <a:off x="8713900" y="5009400"/>
            <a:ext cx="430200" cy="134100"/>
          </a:xfrm>
          <a:prstGeom prst="rect">
            <a:avLst/>
          </a:prstGeom>
          <a:solidFill>
            <a:srgbClr val="00FFFF"/>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600">
                <a:solidFill>
                  <a:schemeClr val="dk1"/>
                </a:solidFill>
              </a:rPr>
              <a:t>PF2E: CRB</a:t>
            </a:r>
            <a:endParaRPr b="1" sz="600"/>
          </a:p>
        </p:txBody>
      </p:sp>
      <p:grpSp>
        <p:nvGrpSpPr>
          <p:cNvPr id="1695" name="Google Shape;1695;p27"/>
          <p:cNvGrpSpPr/>
          <p:nvPr/>
        </p:nvGrpSpPr>
        <p:grpSpPr>
          <a:xfrm>
            <a:off x="3554188" y="472388"/>
            <a:ext cx="972317" cy="768238"/>
            <a:chOff x="3830238" y="472388"/>
            <a:chExt cx="972317" cy="768238"/>
          </a:xfrm>
        </p:grpSpPr>
        <p:sp>
          <p:nvSpPr>
            <p:cNvPr id="1696" name="Google Shape;1696;p27"/>
            <p:cNvSpPr txBox="1"/>
            <p:nvPr/>
          </p:nvSpPr>
          <p:spPr>
            <a:xfrm>
              <a:off x="3830254" y="472388"/>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Familiar</a:t>
              </a:r>
              <a:endParaRPr b="1" sz="800"/>
            </a:p>
          </p:txBody>
        </p:sp>
        <p:sp>
          <p:nvSpPr>
            <p:cNvPr id="1697" name="Google Shape;1697;p27"/>
            <p:cNvSpPr txBox="1"/>
            <p:nvPr/>
          </p:nvSpPr>
          <p:spPr>
            <a:xfrm>
              <a:off x="3830238" y="901025"/>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b="1" lang="en" sz="800"/>
                <a:t>Enhanced Familiar</a:t>
              </a:r>
              <a:endParaRPr b="1" sz="800"/>
            </a:p>
          </p:txBody>
        </p:sp>
      </p:grpSp>
      <p:sp>
        <p:nvSpPr>
          <p:cNvPr id="1698" name="Google Shape;1698;p27"/>
          <p:cNvSpPr txBox="1"/>
          <p:nvPr/>
        </p:nvSpPr>
        <p:spPr>
          <a:xfrm>
            <a:off x="1080950" y="901013"/>
            <a:ext cx="972300" cy="339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25" lIns="9125" spcFirstLastPara="1" rIns="182875" wrap="square" tIns="9125">
            <a:noAutofit/>
          </a:bodyPr>
          <a:lstStyle/>
          <a:p>
            <a:pPr indent="0" lvl="0" marL="0" rtl="0" algn="ctr">
              <a:spcBef>
                <a:spcPts val="0"/>
              </a:spcBef>
              <a:spcAft>
                <a:spcPts val="0"/>
              </a:spcAft>
              <a:buNone/>
            </a:pPr>
            <a:r>
              <a:rPr b="1" lang="en" sz="800"/>
              <a:t>Conceal Spell</a:t>
            </a:r>
            <a:endParaRPr b="1" sz="800"/>
          </a:p>
        </p:txBody>
      </p:sp>
      <p:sp>
        <p:nvSpPr>
          <p:cNvPr id="1699" name="Google Shape;1699;p27"/>
          <p:cNvSpPr/>
          <p:nvPr/>
        </p:nvSpPr>
        <p:spPr>
          <a:xfrm>
            <a:off x="8525" y="427973"/>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a:t>
            </a:r>
            <a:endParaRPr b="1" sz="2400"/>
          </a:p>
        </p:txBody>
      </p:sp>
      <p:sp>
        <p:nvSpPr>
          <p:cNvPr id="1700" name="Google Shape;1700;p27"/>
          <p:cNvSpPr/>
          <p:nvPr/>
        </p:nvSpPr>
        <p:spPr>
          <a:xfrm>
            <a:off x="8525" y="856603"/>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a:t>
            </a:r>
            <a:endParaRPr b="1" sz="2400"/>
          </a:p>
        </p:txBody>
      </p:sp>
      <p:sp>
        <p:nvSpPr>
          <p:cNvPr id="1701" name="Google Shape;1701;p27"/>
          <p:cNvSpPr/>
          <p:nvPr/>
        </p:nvSpPr>
        <p:spPr>
          <a:xfrm>
            <a:off x="8525" y="1285234"/>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4</a:t>
            </a:r>
            <a:endParaRPr b="1" sz="2400"/>
          </a:p>
        </p:txBody>
      </p:sp>
      <p:sp>
        <p:nvSpPr>
          <p:cNvPr id="1702" name="Google Shape;1702;p27"/>
          <p:cNvSpPr/>
          <p:nvPr/>
        </p:nvSpPr>
        <p:spPr>
          <a:xfrm>
            <a:off x="8525" y="1713864"/>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6</a:t>
            </a:r>
            <a:endParaRPr b="1" sz="2400"/>
          </a:p>
        </p:txBody>
      </p:sp>
      <p:sp>
        <p:nvSpPr>
          <p:cNvPr id="1703" name="Google Shape;1703;p27"/>
          <p:cNvSpPr/>
          <p:nvPr/>
        </p:nvSpPr>
        <p:spPr>
          <a:xfrm>
            <a:off x="8525" y="2142495"/>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8</a:t>
            </a:r>
            <a:endParaRPr b="1" sz="2400"/>
          </a:p>
        </p:txBody>
      </p:sp>
      <p:sp>
        <p:nvSpPr>
          <p:cNvPr id="1704" name="Google Shape;1704;p27"/>
          <p:cNvSpPr/>
          <p:nvPr/>
        </p:nvSpPr>
        <p:spPr>
          <a:xfrm>
            <a:off x="8525" y="2571125"/>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10</a:t>
            </a:r>
            <a:endParaRPr b="1" sz="2400"/>
          </a:p>
        </p:txBody>
      </p:sp>
      <p:sp>
        <p:nvSpPr>
          <p:cNvPr id="1705" name="Google Shape;1705;p27"/>
          <p:cNvSpPr/>
          <p:nvPr/>
        </p:nvSpPr>
        <p:spPr>
          <a:xfrm>
            <a:off x="8525" y="2999767"/>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12</a:t>
            </a:r>
            <a:endParaRPr b="1" sz="2400"/>
          </a:p>
        </p:txBody>
      </p:sp>
      <p:sp>
        <p:nvSpPr>
          <p:cNvPr id="1706" name="Google Shape;1706;p27"/>
          <p:cNvSpPr/>
          <p:nvPr/>
        </p:nvSpPr>
        <p:spPr>
          <a:xfrm>
            <a:off x="8525" y="3428397"/>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14</a:t>
            </a:r>
            <a:endParaRPr b="1" sz="2400"/>
          </a:p>
        </p:txBody>
      </p:sp>
      <p:sp>
        <p:nvSpPr>
          <p:cNvPr id="1707" name="Google Shape;1707;p27"/>
          <p:cNvSpPr/>
          <p:nvPr/>
        </p:nvSpPr>
        <p:spPr>
          <a:xfrm>
            <a:off x="8525" y="3857028"/>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16</a:t>
            </a:r>
            <a:endParaRPr b="1" sz="2400"/>
          </a:p>
        </p:txBody>
      </p:sp>
      <p:sp>
        <p:nvSpPr>
          <p:cNvPr id="1708" name="Google Shape;1708;p27"/>
          <p:cNvSpPr/>
          <p:nvPr/>
        </p:nvSpPr>
        <p:spPr>
          <a:xfrm>
            <a:off x="8525" y="4285658"/>
            <a:ext cx="764400" cy="428400"/>
          </a:xfrm>
          <a:prstGeom prst="rect">
            <a:avLst/>
          </a:prstGeom>
          <a:solidFill>
            <a:srgbClr val="6FA8D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18</a:t>
            </a:r>
            <a:endParaRPr b="1" sz="2400"/>
          </a:p>
        </p:txBody>
      </p:sp>
      <p:sp>
        <p:nvSpPr>
          <p:cNvPr id="1709" name="Google Shape;1709;p27"/>
          <p:cNvSpPr/>
          <p:nvPr/>
        </p:nvSpPr>
        <p:spPr>
          <a:xfrm>
            <a:off x="8525" y="4714289"/>
            <a:ext cx="764400" cy="428400"/>
          </a:xfrm>
          <a:prstGeom prst="rect">
            <a:avLst/>
          </a:prstGeom>
          <a:solidFill>
            <a:srgbClr val="9FC5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20</a:t>
            </a:r>
            <a:endParaRPr b="1" sz="2400"/>
          </a:p>
        </p:txBody>
      </p:sp>
      <p:pic>
        <p:nvPicPr>
          <p:cNvPr id="1710" name="Google Shape;1710;p27"/>
          <p:cNvPicPr preferRelativeResize="0"/>
          <p:nvPr/>
        </p:nvPicPr>
        <p:blipFill>
          <a:blip r:embed="rId5">
            <a:alphaModFix/>
          </a:blip>
          <a:stretch>
            <a:fillRect/>
          </a:stretch>
        </p:blipFill>
        <p:spPr>
          <a:xfrm>
            <a:off x="1864231" y="905788"/>
            <a:ext cx="181700" cy="176775"/>
          </a:xfrm>
          <a:prstGeom prst="rect">
            <a:avLst/>
          </a:prstGeom>
          <a:noFill/>
          <a:ln cap="flat" cmpd="sng" w="9525">
            <a:solidFill>
              <a:srgbClr val="000000"/>
            </a:solidFill>
            <a:prstDash val="solid"/>
            <a:round/>
            <a:headEnd len="sm" w="sm" type="none"/>
            <a:tailEnd len="sm" w="sm" type="none"/>
          </a:ln>
        </p:spPr>
      </p:pic>
      <p:pic>
        <p:nvPicPr>
          <p:cNvPr id="1711" name="Google Shape;1711;p27"/>
          <p:cNvPicPr preferRelativeResize="0"/>
          <p:nvPr/>
        </p:nvPicPr>
        <p:blipFill>
          <a:blip r:embed="rId6">
            <a:alphaModFix/>
          </a:blip>
          <a:stretch>
            <a:fillRect/>
          </a:stretch>
        </p:blipFill>
        <p:spPr>
          <a:xfrm>
            <a:off x="3142465" y="472324"/>
            <a:ext cx="209060" cy="1863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5" name="Shape 1715"/>
        <p:cNvGrpSpPr/>
        <p:nvPr/>
      </p:nvGrpSpPr>
      <p:grpSpPr>
        <a:xfrm>
          <a:off x="0" y="0"/>
          <a:ext cx="0" cy="0"/>
          <a:chOff x="0" y="0"/>
          <a:chExt cx="0" cy="0"/>
        </a:xfrm>
      </p:grpSpPr>
      <p:sp>
        <p:nvSpPr>
          <p:cNvPr id="1716" name="Google Shape;1716;p28"/>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Saves Matrix</a:t>
            </a:r>
            <a:endParaRPr b="1" sz="2400"/>
          </a:p>
        </p:txBody>
      </p:sp>
      <p:graphicFrame>
        <p:nvGraphicFramePr>
          <p:cNvPr id="1717" name="Google Shape;1717;p28"/>
          <p:cNvGraphicFramePr/>
          <p:nvPr/>
        </p:nvGraphicFramePr>
        <p:xfrm>
          <a:off x="2671763" y="811525"/>
          <a:ext cx="3000000" cy="3000000"/>
        </p:xfrm>
        <a:graphic>
          <a:graphicData uri="http://schemas.openxmlformats.org/drawingml/2006/table">
            <a:tbl>
              <a:tblPr>
                <a:noFill/>
                <a:tableStyleId>{EA7CE213-17B7-4AFC-9FA2-21339C38D650}</a:tableStyleId>
              </a:tblPr>
              <a:tblGrid>
                <a:gridCol w="714375"/>
                <a:gridCol w="257175"/>
                <a:gridCol w="257175"/>
                <a:gridCol w="257175"/>
                <a:gridCol w="257175"/>
                <a:gridCol w="257175"/>
                <a:gridCol w="257175"/>
                <a:gridCol w="257175"/>
                <a:gridCol w="257175"/>
                <a:gridCol w="257175"/>
                <a:gridCol w="257175"/>
                <a:gridCol w="257175"/>
                <a:gridCol w="257175"/>
              </a:tblGrid>
              <a:tr h="200025">
                <a:tc>
                  <a:txBody>
                    <a:bodyPr/>
                    <a:lstStyle/>
                    <a:p>
                      <a:pPr indent="0" lvl="0" marL="0" rtl="0" algn="l">
                        <a:spcBef>
                          <a:spcPts val="0"/>
                        </a:spcBef>
                        <a:spcAft>
                          <a:spcPts val="0"/>
                        </a:spcAft>
                        <a:buNone/>
                      </a:pPr>
                      <a:r>
                        <a:t/>
                      </a:r>
                      <a:endParaRPr/>
                    </a:p>
                  </a:txBody>
                  <a:tcPr marT="9125" marB="9125" marR="9125" marL="9125" anchor="b">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gridSpan="4">
                  <a:txBody>
                    <a:bodyPr/>
                    <a:lstStyle/>
                    <a:p>
                      <a:pPr indent="0" lvl="0" marL="0" rtl="0" algn="ctr">
                        <a:lnSpc>
                          <a:spcPct val="115000"/>
                        </a:lnSpc>
                        <a:spcBef>
                          <a:spcPts val="0"/>
                        </a:spcBef>
                        <a:spcAft>
                          <a:spcPts val="0"/>
                        </a:spcAft>
                        <a:buNone/>
                      </a:pPr>
                      <a:r>
                        <a:rPr b="1" lang="en" sz="700"/>
                        <a:t>Fortitude Save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Reflex Save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Will Save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r>
              <a:tr h="200025">
                <a:tc>
                  <a:txBody>
                    <a:bodyPr/>
                    <a:lstStyle/>
                    <a:p>
                      <a:pPr indent="0" lvl="0" marL="0" rtl="0" algn="l">
                        <a:spcBef>
                          <a:spcPts val="0"/>
                        </a:spcBef>
                        <a:spcAft>
                          <a:spcPts val="0"/>
                        </a:spcAft>
                        <a:buNone/>
                      </a:pPr>
                      <a:r>
                        <a:t/>
                      </a:r>
                      <a:endParaRPr/>
                    </a:p>
                  </a:txBody>
                  <a:tcPr marT="9125" marB="9125" marR="9125" marL="9125" anchor="b">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700"/>
                        <a:t>Alchemist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Barbarian</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Bard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Champion</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Cleric</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3/1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a:t>
                      </a: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Druid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Fighter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Monk</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Ranger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Rogue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Sorcerer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Wizard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r>
            </a:tbl>
          </a:graphicData>
        </a:graphic>
      </p:graphicFrame>
      <p:graphicFrame>
        <p:nvGraphicFramePr>
          <p:cNvPr id="1718" name="Google Shape;1718;p28"/>
          <p:cNvGraphicFramePr/>
          <p:nvPr/>
        </p:nvGraphicFramePr>
        <p:xfrm>
          <a:off x="100" y="2248000"/>
          <a:ext cx="3000000" cy="3000000"/>
        </p:xfrm>
        <a:graphic>
          <a:graphicData uri="http://schemas.openxmlformats.org/drawingml/2006/table">
            <a:tbl>
              <a:tblPr>
                <a:noFill/>
                <a:tableStyleId>{DEC437E6-E981-408F-B621-84533751E76C}</a:tableStyleId>
              </a:tblPr>
              <a:tblGrid>
                <a:gridCol w="266100"/>
                <a:gridCol w="1303975"/>
              </a:tblGrid>
              <a:tr h="223375">
                <a:tc>
                  <a:txBody>
                    <a:bodyPr/>
                    <a:lstStyle/>
                    <a:p>
                      <a:pPr indent="0" lvl="0" marL="0" rtl="0" algn="ctr">
                        <a:spcBef>
                          <a:spcPts val="0"/>
                        </a:spcBef>
                        <a:spcAft>
                          <a:spcPts val="0"/>
                        </a:spcAft>
                        <a:buNone/>
                      </a:pPr>
                      <a:r>
                        <a:rPr lang="en" sz="700"/>
                        <a:t>/</a:t>
                      </a:r>
                      <a:endParaRPr sz="700"/>
                    </a:p>
                  </a:txBody>
                  <a:tcPr marT="9125" marB="9125" marR="9125" marL="9125" anchor="ctr"/>
                </a:tc>
                <a:tc>
                  <a:txBody>
                    <a:bodyPr/>
                    <a:lstStyle/>
                    <a:p>
                      <a:pPr indent="0" lvl="0" marL="0" rtl="0" algn="ctr">
                        <a:spcBef>
                          <a:spcPts val="0"/>
                        </a:spcBef>
                        <a:spcAft>
                          <a:spcPts val="0"/>
                        </a:spcAft>
                        <a:buNone/>
                      </a:pPr>
                      <a:r>
                        <a:rPr lang="en" sz="700"/>
                        <a:t>Cloistered Cleric / Warpriest</a:t>
                      </a:r>
                      <a:endParaRPr sz="700"/>
                    </a:p>
                  </a:txBody>
                  <a:tcPr marT="9125" marB="9125" marR="9125" marL="9125" anchor="ctr"/>
                </a:tc>
              </a:tr>
              <a:tr h="205025">
                <a:tc>
                  <a:txBody>
                    <a:bodyPr/>
                    <a:lstStyle/>
                    <a:p>
                      <a:pPr indent="0" lvl="0" marL="0" rtl="0" algn="ctr">
                        <a:spcBef>
                          <a:spcPts val="0"/>
                        </a:spcBef>
                        <a:spcAft>
                          <a:spcPts val="0"/>
                        </a:spcAft>
                        <a:buNone/>
                      </a:pPr>
                      <a:r>
                        <a:rPr lang="en" sz="700"/>
                        <a:t>*</a:t>
                      </a:r>
                      <a:endParaRPr sz="700"/>
                    </a:p>
                  </a:txBody>
                  <a:tcPr marT="9125" marB="9125" marR="9125" marL="9125" anchor="ctr"/>
                </a:tc>
                <a:tc>
                  <a:txBody>
                    <a:bodyPr/>
                    <a:lstStyle/>
                    <a:p>
                      <a:pPr indent="0" lvl="0" marL="0" rtl="0" algn="ctr">
                        <a:spcBef>
                          <a:spcPts val="0"/>
                        </a:spcBef>
                        <a:spcAft>
                          <a:spcPts val="0"/>
                        </a:spcAft>
                        <a:buNone/>
                      </a:pPr>
                      <a:r>
                        <a:rPr lang="en" sz="700"/>
                        <a:t>Save Specialization</a:t>
                      </a:r>
                      <a:endParaRPr sz="700"/>
                    </a:p>
                  </a:txBody>
                  <a:tcPr marT="9125" marB="9125" marR="9125" marL="9125" anchor="ctr"/>
                </a:tc>
              </a:tr>
            </a:tbl>
          </a:graphicData>
        </a:graphic>
      </p:graphicFrame>
      <p:sp>
        <p:nvSpPr>
          <p:cNvPr id="1719" name="Google Shape;1719;p28"/>
          <p:cNvSpPr txBox="1"/>
          <p:nvPr/>
        </p:nvSpPr>
        <p:spPr>
          <a:xfrm>
            <a:off x="506725" y="1867600"/>
            <a:ext cx="492900" cy="30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Key</a:t>
            </a:r>
            <a:endParaRPr/>
          </a:p>
        </p:txBody>
      </p:sp>
      <p:sp>
        <p:nvSpPr>
          <p:cNvPr id="1720" name="Google Shape;1720;p28"/>
          <p:cNvSpPr txBox="1"/>
          <p:nvPr/>
        </p:nvSpPr>
        <p:spPr>
          <a:xfrm>
            <a:off x="0" y="427750"/>
            <a:ext cx="2186400" cy="217800"/>
          </a:xfrm>
          <a:prstGeom prst="rect">
            <a:avLst/>
          </a:prstGeom>
          <a:noFill/>
          <a:ln>
            <a:noFill/>
          </a:ln>
        </p:spPr>
        <p:txBody>
          <a:bodyPr anchorCtr="0" anchor="t" bIns="9125" lIns="9125" spcFirstLastPara="1" rIns="9125" wrap="square" tIns="9125">
            <a:noAutofit/>
          </a:bodyPr>
          <a:lstStyle/>
          <a:p>
            <a:pPr indent="0" lvl="0" marL="0" rtl="0" algn="l">
              <a:spcBef>
                <a:spcPts val="0"/>
              </a:spcBef>
              <a:spcAft>
                <a:spcPts val="0"/>
              </a:spcAft>
              <a:buNone/>
            </a:pPr>
            <a:r>
              <a:rPr lang="en"/>
              <a:t>Class comparison by level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29"/>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Weapons and Armor Matrix</a:t>
            </a:r>
            <a:endParaRPr b="1" sz="2400"/>
          </a:p>
        </p:txBody>
      </p:sp>
      <p:graphicFrame>
        <p:nvGraphicFramePr>
          <p:cNvPr id="1726" name="Google Shape;1726;p29"/>
          <p:cNvGraphicFramePr/>
          <p:nvPr/>
        </p:nvGraphicFramePr>
        <p:xfrm>
          <a:off x="1643063" y="820100"/>
          <a:ext cx="3000000" cy="3000000"/>
        </p:xfrm>
        <a:graphic>
          <a:graphicData uri="http://schemas.openxmlformats.org/drawingml/2006/table">
            <a:tbl>
              <a:tblPr>
                <a:noFill/>
                <a:tableStyleId>{EA7CE213-17B7-4AFC-9FA2-21339C38D650}</a:tableStyleId>
              </a:tblPr>
              <a:tblGrid>
                <a:gridCol w="714375"/>
                <a:gridCol w="257175"/>
                <a:gridCol w="257175"/>
                <a:gridCol w="257175"/>
                <a:gridCol w="257175"/>
                <a:gridCol w="257175"/>
                <a:gridCol w="257175"/>
                <a:gridCol w="257175"/>
                <a:gridCol w="257175"/>
                <a:gridCol w="257175"/>
                <a:gridCol w="257175"/>
                <a:gridCol w="257175"/>
                <a:gridCol w="257175"/>
                <a:gridCol w="257175"/>
                <a:gridCol w="257175"/>
                <a:gridCol w="257175"/>
                <a:gridCol w="257175"/>
                <a:gridCol w="257175"/>
                <a:gridCol w="257175"/>
                <a:gridCol w="257175"/>
                <a:gridCol w="257175"/>
              </a:tblGrid>
              <a:tr h="200025">
                <a:tc>
                  <a:txBody>
                    <a:bodyPr/>
                    <a:lstStyle/>
                    <a:p>
                      <a:pPr indent="0" lvl="0" marL="0" rtl="0" algn="l">
                        <a:spcBef>
                          <a:spcPts val="0"/>
                        </a:spcBef>
                        <a:spcAft>
                          <a:spcPts val="0"/>
                        </a:spcAft>
                        <a:buNone/>
                      </a:pPr>
                      <a:r>
                        <a:t/>
                      </a:r>
                      <a:endParaRPr/>
                    </a:p>
                  </a:txBody>
                  <a:tcPr marT="9125" marB="9125" marR="9125" marL="9125" anchor="b">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gridSpan="4">
                  <a:txBody>
                    <a:bodyPr/>
                    <a:lstStyle/>
                    <a:p>
                      <a:pPr indent="0" lvl="0" marL="0" rtl="0" algn="ctr">
                        <a:lnSpc>
                          <a:spcPct val="115000"/>
                        </a:lnSpc>
                        <a:spcBef>
                          <a:spcPts val="0"/>
                        </a:spcBef>
                        <a:spcAft>
                          <a:spcPts val="0"/>
                        </a:spcAft>
                        <a:buNone/>
                      </a:pPr>
                      <a:r>
                        <a:rPr b="1" lang="en" sz="700"/>
                        <a:t>Weapons Training</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Unarmored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Light Armor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Medium Armor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c gridSpan="4">
                  <a:txBody>
                    <a:bodyPr/>
                    <a:lstStyle/>
                    <a:p>
                      <a:pPr indent="0" lvl="0" marL="0" rtl="0" algn="ctr">
                        <a:lnSpc>
                          <a:spcPct val="115000"/>
                        </a:lnSpc>
                        <a:spcBef>
                          <a:spcPts val="0"/>
                        </a:spcBef>
                        <a:spcAft>
                          <a:spcPts val="0"/>
                        </a:spcAft>
                        <a:buNone/>
                      </a:pPr>
                      <a:r>
                        <a:rPr b="1" lang="en" sz="700"/>
                        <a:t>Heavy Armor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hMerge="1"/>
                <a:tc hMerge="1"/>
                <a:tc hMerge="1"/>
              </a:tr>
              <a:tr h="200025">
                <a:tc>
                  <a:txBody>
                    <a:bodyPr/>
                    <a:lstStyle/>
                    <a:p>
                      <a:pPr indent="0" lvl="0" marL="0" rtl="0" algn="l">
                        <a:spcBef>
                          <a:spcPts val="0"/>
                        </a:spcBef>
                        <a:spcAft>
                          <a:spcPts val="0"/>
                        </a:spcAft>
                        <a:buNone/>
                      </a:pPr>
                      <a:r>
                        <a:t/>
                      </a:r>
                      <a:endParaRPr/>
                    </a:p>
                  </a:txBody>
                  <a:tcPr marT="9125" marB="9125" marR="9125" marL="9125" anchor="b">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M</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L</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700"/>
                        <a:t>Alchemist</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Barbarian</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Bard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Champion</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Cleric</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Druid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Fighter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Monk</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17</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Ranger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Rogue</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5</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19^</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0025">
                <a:tc>
                  <a:txBody>
                    <a:bodyPr/>
                    <a:lstStyle/>
                    <a:p>
                      <a:pPr indent="0" lvl="0" marL="0" rtl="0" algn="ctr">
                        <a:lnSpc>
                          <a:spcPct val="115000"/>
                        </a:lnSpc>
                        <a:spcBef>
                          <a:spcPts val="0"/>
                        </a:spcBef>
                        <a:spcAft>
                          <a:spcPts val="0"/>
                        </a:spcAft>
                        <a:buNone/>
                      </a:pPr>
                      <a:r>
                        <a:rPr b="1" lang="en" sz="700"/>
                        <a:t>Sorcerer</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b="1" lang="en" sz="700"/>
                        <a:t>Wizard</a:t>
                      </a:r>
                      <a:endParaRPr b="1" sz="7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11</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a:t>
                      </a:r>
                      <a:endParaRPr b="1" sz="700">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b="1" lang="en" sz="700">
                          <a:latin typeface="Montserrat"/>
                          <a:ea typeface="Montserrat"/>
                          <a:cs typeface="Montserrat"/>
                          <a:sym typeface="Montserrat"/>
                        </a:rPr>
                        <a:t>13</a:t>
                      </a:r>
                      <a:endParaRPr b="1" sz="700">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l">
                        <a:spcBef>
                          <a:spcPts val="0"/>
                        </a:spcBef>
                        <a:spcAft>
                          <a:spcPts val="0"/>
                        </a:spcAft>
                        <a:buNone/>
                      </a:pPr>
                      <a:r>
                        <a:t/>
                      </a:r>
                      <a:endParaRPr b="1">
                        <a:latin typeface="Montserrat"/>
                        <a:ea typeface="Montserrat"/>
                        <a:cs typeface="Montserrat"/>
                        <a:sym typeface="Montserrat"/>
                      </a:endParaRPr>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r>
            </a:tbl>
          </a:graphicData>
        </a:graphic>
      </p:graphicFrame>
      <p:graphicFrame>
        <p:nvGraphicFramePr>
          <p:cNvPr id="1727" name="Google Shape;1727;p29"/>
          <p:cNvGraphicFramePr/>
          <p:nvPr/>
        </p:nvGraphicFramePr>
        <p:xfrm>
          <a:off x="0" y="2255038"/>
          <a:ext cx="3000000" cy="3000000"/>
        </p:xfrm>
        <a:graphic>
          <a:graphicData uri="http://schemas.openxmlformats.org/drawingml/2006/table">
            <a:tbl>
              <a:tblPr>
                <a:noFill/>
                <a:tableStyleId>{DEC437E6-E981-408F-B621-84533751E76C}</a:tableStyleId>
              </a:tblPr>
              <a:tblGrid>
                <a:gridCol w="266100"/>
                <a:gridCol w="1303975"/>
              </a:tblGrid>
              <a:tr h="223375">
                <a:tc>
                  <a:txBody>
                    <a:bodyPr/>
                    <a:lstStyle/>
                    <a:p>
                      <a:pPr indent="0" lvl="0" marL="0" rtl="0" algn="ctr">
                        <a:spcBef>
                          <a:spcPts val="0"/>
                        </a:spcBef>
                        <a:spcAft>
                          <a:spcPts val="0"/>
                        </a:spcAft>
                        <a:buNone/>
                      </a:pPr>
                      <a:r>
                        <a:rPr lang="en" sz="700"/>
                        <a:t>/</a:t>
                      </a:r>
                      <a:endParaRPr sz="700"/>
                    </a:p>
                  </a:txBody>
                  <a:tcPr marT="9125" marB="9125" marR="9125" marL="9125" anchor="ctr"/>
                </a:tc>
                <a:tc>
                  <a:txBody>
                    <a:bodyPr/>
                    <a:lstStyle/>
                    <a:p>
                      <a:pPr indent="0" lvl="0" marL="0" rtl="0" algn="ctr">
                        <a:spcBef>
                          <a:spcPts val="0"/>
                        </a:spcBef>
                        <a:spcAft>
                          <a:spcPts val="0"/>
                        </a:spcAft>
                        <a:buNone/>
                      </a:pPr>
                      <a:r>
                        <a:rPr lang="en" sz="700"/>
                        <a:t>Cloistered Cleric / Warpriest</a:t>
                      </a:r>
                      <a:endParaRPr sz="700"/>
                    </a:p>
                  </a:txBody>
                  <a:tcPr marT="9125" marB="9125" marR="9125" marL="9125" anchor="ctr"/>
                </a:tc>
              </a:tr>
              <a:tr h="205025">
                <a:tc>
                  <a:txBody>
                    <a:bodyPr/>
                    <a:lstStyle/>
                    <a:p>
                      <a:pPr indent="0" lvl="0" marL="0" rtl="0" algn="ctr">
                        <a:spcBef>
                          <a:spcPts val="0"/>
                        </a:spcBef>
                        <a:spcAft>
                          <a:spcPts val="0"/>
                        </a:spcAft>
                        <a:buNone/>
                      </a:pPr>
                      <a:r>
                        <a:rPr lang="en" sz="700"/>
                        <a:t>*</a:t>
                      </a:r>
                      <a:endParaRPr sz="700"/>
                    </a:p>
                  </a:txBody>
                  <a:tcPr marT="9125" marB="9125" marR="9125" marL="9125" anchor="ctr"/>
                </a:tc>
                <a:tc>
                  <a:txBody>
                    <a:bodyPr/>
                    <a:lstStyle/>
                    <a:p>
                      <a:pPr indent="0" lvl="0" marL="0" rtl="0" algn="ctr">
                        <a:spcBef>
                          <a:spcPts val="0"/>
                        </a:spcBef>
                        <a:spcAft>
                          <a:spcPts val="0"/>
                        </a:spcAft>
                        <a:buNone/>
                      </a:pPr>
                      <a:r>
                        <a:rPr lang="en" sz="700"/>
                        <a:t>Multi-Tier Weapon Skills</a:t>
                      </a:r>
                      <a:endParaRPr sz="700"/>
                    </a:p>
                  </a:txBody>
                  <a:tcPr marT="9125" marB="9125" marR="9125" marL="9125" anchor="ctr"/>
                </a:tc>
              </a:tr>
              <a:tr h="205025">
                <a:tc>
                  <a:txBody>
                    <a:bodyPr/>
                    <a:lstStyle/>
                    <a:p>
                      <a:pPr indent="0" lvl="0" marL="0" rtl="0" algn="ctr">
                        <a:spcBef>
                          <a:spcPts val="0"/>
                        </a:spcBef>
                        <a:spcAft>
                          <a:spcPts val="0"/>
                        </a:spcAft>
                        <a:buNone/>
                      </a:pPr>
                      <a:r>
                        <a:rPr lang="en" sz="700"/>
                        <a:t>^</a:t>
                      </a:r>
                      <a:endParaRPr sz="700"/>
                    </a:p>
                  </a:txBody>
                  <a:tcPr marT="9125" marB="9125" marR="9125" marL="9125" anchor="ctr"/>
                </a:tc>
                <a:tc>
                  <a:txBody>
                    <a:bodyPr/>
                    <a:lstStyle/>
                    <a:p>
                      <a:pPr indent="0" lvl="0" marL="0" rtl="0" algn="ctr">
                        <a:spcBef>
                          <a:spcPts val="0"/>
                        </a:spcBef>
                        <a:spcAft>
                          <a:spcPts val="0"/>
                        </a:spcAft>
                        <a:buNone/>
                      </a:pPr>
                      <a:r>
                        <a:rPr lang="en" sz="700"/>
                        <a:t>Ruffian Armor Specialty</a:t>
                      </a:r>
                      <a:endParaRPr sz="700"/>
                    </a:p>
                  </a:txBody>
                  <a:tcPr marT="9125" marB="9125" marR="9125" marL="9125" anchor="ctr"/>
                </a:tc>
              </a:tr>
            </a:tbl>
          </a:graphicData>
        </a:graphic>
      </p:graphicFrame>
      <p:sp>
        <p:nvSpPr>
          <p:cNvPr id="1728" name="Google Shape;1728;p29"/>
          <p:cNvSpPr txBox="1"/>
          <p:nvPr/>
        </p:nvSpPr>
        <p:spPr>
          <a:xfrm>
            <a:off x="506725" y="1867600"/>
            <a:ext cx="492900" cy="30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Key</a:t>
            </a:r>
            <a:endParaRPr/>
          </a:p>
        </p:txBody>
      </p:sp>
      <p:sp>
        <p:nvSpPr>
          <p:cNvPr id="1729" name="Google Shape;1729;p29"/>
          <p:cNvSpPr txBox="1"/>
          <p:nvPr/>
        </p:nvSpPr>
        <p:spPr>
          <a:xfrm>
            <a:off x="0" y="427750"/>
            <a:ext cx="2186400" cy="217800"/>
          </a:xfrm>
          <a:prstGeom prst="rect">
            <a:avLst/>
          </a:prstGeom>
          <a:noFill/>
          <a:ln>
            <a:noFill/>
          </a:ln>
        </p:spPr>
        <p:txBody>
          <a:bodyPr anchorCtr="0" anchor="t" bIns="9125" lIns="9125" spcFirstLastPara="1" rIns="9125" wrap="square" tIns="9125">
            <a:noAutofit/>
          </a:bodyPr>
          <a:lstStyle/>
          <a:p>
            <a:pPr indent="0" lvl="0" marL="0" rtl="0" algn="l">
              <a:spcBef>
                <a:spcPts val="0"/>
              </a:spcBef>
              <a:spcAft>
                <a:spcPts val="0"/>
              </a:spcAft>
              <a:buNone/>
            </a:pPr>
            <a:r>
              <a:rPr lang="en"/>
              <a:t>Class comparison by level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30"/>
          <p:cNvSpPr/>
          <p:nvPr/>
        </p:nvSpPr>
        <p:spPr>
          <a:xfrm>
            <a:off x="101" y="-650"/>
            <a:ext cx="9144000" cy="428400"/>
          </a:xfrm>
          <a:prstGeom prst="rect">
            <a:avLst/>
          </a:prstGeom>
          <a:solidFill>
            <a:srgbClr val="3D85C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t>The Level 1 Starting Trained Skills Matrix - </a:t>
            </a:r>
            <a:r>
              <a:rPr b="1" lang="en" sz="1800"/>
              <a:t>by Class</a:t>
            </a:r>
            <a:endParaRPr b="1" sz="1800"/>
          </a:p>
        </p:txBody>
      </p:sp>
      <p:graphicFrame>
        <p:nvGraphicFramePr>
          <p:cNvPr id="1735" name="Google Shape;1735;p30"/>
          <p:cNvGraphicFramePr/>
          <p:nvPr/>
        </p:nvGraphicFramePr>
        <p:xfrm>
          <a:off x="9600" y="427750"/>
          <a:ext cx="3000000" cy="3000000"/>
        </p:xfrm>
        <a:graphic>
          <a:graphicData uri="http://schemas.openxmlformats.org/drawingml/2006/table">
            <a:tbl>
              <a:tblPr>
                <a:noFill/>
                <a:tableStyleId>{EA7CE213-17B7-4AFC-9FA2-21339C38D650}</a:tableStyleId>
              </a:tblPr>
              <a:tblGrid>
                <a:gridCol w="743100"/>
                <a:gridCol w="649300"/>
                <a:gridCol w="684000"/>
                <a:gridCol w="704850"/>
                <a:gridCol w="704850"/>
                <a:gridCol w="704850"/>
                <a:gridCol w="704850"/>
                <a:gridCol w="704850"/>
                <a:gridCol w="704850"/>
                <a:gridCol w="704850"/>
                <a:gridCol w="704850"/>
                <a:gridCol w="704850"/>
                <a:gridCol w="704850"/>
              </a:tblGrid>
              <a:tr h="205625">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3 + INT</a:t>
                      </a:r>
                      <a:endParaRPr b="1" sz="8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3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4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3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4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4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7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 + INT</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 + INT</a:t>
                      </a:r>
                      <a:endParaRPr b="1" sz="8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tcPr>
                </a:tc>
              </a:tr>
              <a:tr h="205625">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Alchemist</a:t>
                      </a:r>
                      <a:endParaRPr b="1" sz="8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Barbarian</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Bard</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Champion</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Cleric</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Druid</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Fighter</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Monk</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Ranger</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Rogue</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Sorcerer</a:t>
                      </a:r>
                      <a:endParaRPr b="1"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Wizard</a:t>
                      </a:r>
                      <a:endParaRPr b="1" sz="8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tcPr>
                </a:tc>
              </a:tr>
              <a:tr h="213400">
                <a:tc>
                  <a:txBody>
                    <a:bodyPr/>
                    <a:lstStyle/>
                    <a:p>
                      <a:pPr indent="0" lvl="0" marL="0" rtl="0" algn="ctr">
                        <a:lnSpc>
                          <a:spcPct val="115000"/>
                        </a:lnSpc>
                        <a:spcBef>
                          <a:spcPts val="0"/>
                        </a:spcBef>
                        <a:spcAft>
                          <a:spcPts val="0"/>
                        </a:spcAft>
                        <a:buNone/>
                      </a:pPr>
                      <a:r>
                        <a:rPr b="1" lang="en" sz="800"/>
                        <a:t>Acrobatics</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Desna</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Desna</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Storm</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1100">
                          <a:solidFill>
                            <a:schemeClr val="dk1"/>
                          </a:solidFill>
                        </a:rPr>
                        <a:t>✔</a:t>
                      </a:r>
                      <a:r>
                        <a:rPr lang="en" sz="800"/>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10775">
                <a:tc>
                  <a:txBody>
                    <a:bodyPr/>
                    <a:lstStyle/>
                    <a:p>
                      <a:pPr indent="0" lvl="0" marL="0" rtl="0" algn="ctr">
                        <a:lnSpc>
                          <a:spcPct val="115000"/>
                        </a:lnSpc>
                        <a:spcBef>
                          <a:spcPts val="0"/>
                        </a:spcBef>
                        <a:spcAft>
                          <a:spcPts val="0"/>
                        </a:spcAft>
                        <a:buNone/>
                      </a:pPr>
                      <a:r>
                        <a:rPr b="1" lang="en" sz="800"/>
                        <a:t>Arcana</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Nethys</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Nethys</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Draconic,</a:t>
                      </a:r>
                      <a:endParaRPr sz="800"/>
                    </a:p>
                    <a:p>
                      <a:pPr indent="0" lvl="0" marL="0" rtl="0" algn="ctr">
                        <a:lnSpc>
                          <a:spcPct val="115000"/>
                        </a:lnSpc>
                        <a:spcBef>
                          <a:spcPts val="0"/>
                        </a:spcBef>
                        <a:spcAft>
                          <a:spcPts val="0"/>
                        </a:spcAft>
                        <a:buNone/>
                      </a:pPr>
                      <a:r>
                        <a:rPr lang="en" sz="800"/>
                        <a:t>Imperial</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340000">
                <a:tc>
                  <a:txBody>
                    <a:bodyPr/>
                    <a:lstStyle/>
                    <a:p>
                      <a:pPr indent="0" lvl="0" marL="0" rtl="0" algn="ctr">
                        <a:lnSpc>
                          <a:spcPct val="115000"/>
                        </a:lnSpc>
                        <a:spcBef>
                          <a:spcPts val="0"/>
                        </a:spcBef>
                        <a:spcAft>
                          <a:spcPts val="0"/>
                        </a:spcAft>
                        <a:buNone/>
                      </a:pPr>
                      <a:r>
                        <a:rPr b="1" lang="en" sz="800"/>
                        <a:t>Athletics</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600"/>
                        <a:t>Cayden Cailean,</a:t>
                      </a:r>
                      <a:endParaRPr sz="600"/>
                    </a:p>
                    <a:p>
                      <a:pPr indent="0" lvl="0" marL="0" rtl="0" algn="ctr">
                        <a:lnSpc>
                          <a:spcPct val="115000"/>
                        </a:lnSpc>
                        <a:spcBef>
                          <a:spcPts val="0"/>
                        </a:spcBef>
                        <a:spcAft>
                          <a:spcPts val="0"/>
                        </a:spcAft>
                        <a:buNone/>
                      </a:pPr>
                      <a:r>
                        <a:rPr lang="en" sz="600"/>
                        <a:t>Gorum, Irori,</a:t>
                      </a:r>
                      <a:endParaRPr sz="600"/>
                    </a:p>
                    <a:p>
                      <a:pPr indent="0" lvl="0" marL="0" rtl="0" algn="ctr">
                        <a:lnSpc>
                          <a:spcPct val="115000"/>
                        </a:lnSpc>
                        <a:spcBef>
                          <a:spcPts val="0"/>
                        </a:spcBef>
                        <a:spcAft>
                          <a:spcPts val="0"/>
                        </a:spcAft>
                        <a:buNone/>
                      </a:pPr>
                      <a:r>
                        <a:rPr lang="en" sz="600"/>
                        <a:t>Rovagug</a:t>
                      </a:r>
                      <a:endParaRPr sz="6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600"/>
                        <a:t>Cayden Cailean,</a:t>
                      </a:r>
                      <a:endParaRPr sz="600"/>
                    </a:p>
                    <a:p>
                      <a:pPr indent="0" lvl="0" marL="0" rtl="0" algn="ctr">
                        <a:lnSpc>
                          <a:spcPct val="115000"/>
                        </a:lnSpc>
                        <a:spcBef>
                          <a:spcPts val="0"/>
                        </a:spcBef>
                        <a:spcAft>
                          <a:spcPts val="0"/>
                        </a:spcAft>
                        <a:buNone/>
                      </a:pPr>
                      <a:r>
                        <a:rPr lang="en" sz="600"/>
                        <a:t>Gorum, Irori,</a:t>
                      </a:r>
                      <a:endParaRPr sz="600"/>
                    </a:p>
                    <a:p>
                      <a:pPr indent="0" lvl="0" marL="0" rtl="0" algn="ctr">
                        <a:lnSpc>
                          <a:spcPct val="115000"/>
                        </a:lnSpc>
                        <a:spcBef>
                          <a:spcPts val="0"/>
                        </a:spcBef>
                        <a:spcAft>
                          <a:spcPts val="0"/>
                        </a:spcAft>
                        <a:buNone/>
                      </a:pPr>
                      <a:r>
                        <a:rPr lang="en" sz="600"/>
                        <a:t>Rovagug</a:t>
                      </a:r>
                      <a:endParaRPr sz="6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Animal</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1100">
                          <a:solidFill>
                            <a:schemeClr val="dk1"/>
                          </a:solidFill>
                        </a:rPr>
                        <a:t>✔</a:t>
                      </a:r>
                      <a:r>
                        <a:rPr lang="en" sz="800"/>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96675">
                <a:tc>
                  <a:txBody>
                    <a:bodyPr/>
                    <a:lstStyle/>
                    <a:p>
                      <a:pPr indent="0" lvl="0" marL="0" rtl="0" algn="ctr">
                        <a:lnSpc>
                          <a:spcPct val="115000"/>
                        </a:lnSpc>
                        <a:spcBef>
                          <a:spcPts val="0"/>
                        </a:spcBef>
                        <a:spcAft>
                          <a:spcPts val="0"/>
                        </a:spcAft>
                        <a:buNone/>
                      </a:pPr>
                      <a:r>
                        <a:rPr b="1" lang="en" sz="800"/>
                        <a:t>Crafting</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17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700"/>
                        <a:t>Shelyn*,</a:t>
                      </a:r>
                      <a:endParaRPr sz="700"/>
                    </a:p>
                    <a:p>
                      <a:pPr indent="0" lvl="0" marL="0" rtl="0" algn="ctr">
                        <a:lnSpc>
                          <a:spcPct val="115000"/>
                        </a:lnSpc>
                        <a:spcBef>
                          <a:spcPts val="0"/>
                        </a:spcBef>
                        <a:spcAft>
                          <a:spcPts val="0"/>
                        </a:spcAft>
                        <a:buNone/>
                      </a:pPr>
                      <a:r>
                        <a:rPr lang="en" sz="700"/>
                        <a:t>Torag</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700"/>
                        <a:t>Shelyn*,</a:t>
                      </a:r>
                      <a:endParaRPr sz="700"/>
                    </a:p>
                    <a:p>
                      <a:pPr indent="0" lvl="0" marL="0" rtl="0" algn="ctr">
                        <a:lnSpc>
                          <a:spcPct val="115000"/>
                        </a:lnSpc>
                        <a:spcBef>
                          <a:spcPts val="0"/>
                        </a:spcBef>
                        <a:spcAft>
                          <a:spcPts val="0"/>
                        </a:spcAft>
                        <a:buNone/>
                      </a:pPr>
                      <a:r>
                        <a:rPr lang="en" sz="700"/>
                        <a:t>Torag</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96675">
                <a:tc>
                  <a:txBody>
                    <a:bodyPr/>
                    <a:lstStyle/>
                    <a:p>
                      <a:pPr indent="0" lvl="0" marL="0" rtl="0" algn="ctr">
                        <a:lnSpc>
                          <a:spcPct val="115000"/>
                        </a:lnSpc>
                        <a:spcBef>
                          <a:spcPts val="0"/>
                        </a:spcBef>
                        <a:spcAft>
                          <a:spcPts val="0"/>
                        </a:spcAft>
                        <a:buNone/>
                      </a:pPr>
                      <a:r>
                        <a:rPr b="1" lang="en" sz="800"/>
                        <a:t>Deception</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Asmodeus,</a:t>
                      </a:r>
                      <a:endParaRPr sz="700"/>
                    </a:p>
                    <a:p>
                      <a:pPr indent="0" lvl="0" marL="0" rtl="0" algn="ctr">
                        <a:lnSpc>
                          <a:spcPct val="115000"/>
                        </a:lnSpc>
                        <a:spcBef>
                          <a:spcPts val="0"/>
                        </a:spcBef>
                        <a:spcAft>
                          <a:spcPts val="0"/>
                        </a:spcAft>
                        <a:buNone/>
                      </a:pPr>
                      <a:r>
                        <a:rPr lang="en" sz="700"/>
                        <a:t>Calistria</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Asmodeus,</a:t>
                      </a:r>
                      <a:endParaRPr sz="700"/>
                    </a:p>
                    <a:p>
                      <a:pPr indent="0" lvl="0" marL="0" rtl="0" algn="ctr">
                        <a:lnSpc>
                          <a:spcPct val="115000"/>
                        </a:lnSpc>
                        <a:spcBef>
                          <a:spcPts val="0"/>
                        </a:spcBef>
                        <a:spcAft>
                          <a:spcPts val="0"/>
                        </a:spcAft>
                        <a:buNone/>
                      </a:pPr>
                      <a:r>
                        <a:rPr lang="en" sz="700"/>
                        <a:t>Calistria</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Scoundrel</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Diabloic,</a:t>
                      </a:r>
                      <a:endParaRPr sz="700"/>
                    </a:p>
                    <a:p>
                      <a:pPr indent="0" lvl="0" marL="0" rtl="0" algn="ctr">
                        <a:lnSpc>
                          <a:spcPct val="115000"/>
                        </a:lnSpc>
                        <a:spcBef>
                          <a:spcPts val="0"/>
                        </a:spcBef>
                        <a:spcAft>
                          <a:spcPts val="0"/>
                        </a:spcAft>
                        <a:buNone/>
                      </a:pPr>
                      <a:r>
                        <a:rPr lang="en" sz="700"/>
                        <a:t>Fey, Hag</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05625">
                <a:tc>
                  <a:txBody>
                    <a:bodyPr/>
                    <a:lstStyle/>
                    <a:p>
                      <a:pPr indent="0" lvl="0" marL="0" rtl="0" algn="ctr">
                        <a:lnSpc>
                          <a:spcPct val="115000"/>
                        </a:lnSpc>
                        <a:spcBef>
                          <a:spcPts val="0"/>
                        </a:spcBef>
                        <a:spcAft>
                          <a:spcPts val="0"/>
                        </a:spcAft>
                        <a:buNone/>
                      </a:pPr>
                      <a:r>
                        <a:rPr b="1" lang="en" sz="800"/>
                        <a:t>Diplomacy</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Leaf</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Angelic</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340000">
                <a:tc>
                  <a:txBody>
                    <a:bodyPr/>
                    <a:lstStyle/>
                    <a:p>
                      <a:pPr indent="0" lvl="0" marL="0" rtl="0" algn="ctr">
                        <a:lnSpc>
                          <a:spcPct val="115000"/>
                        </a:lnSpc>
                        <a:spcBef>
                          <a:spcPts val="0"/>
                        </a:spcBef>
                        <a:spcAft>
                          <a:spcPts val="0"/>
                        </a:spcAft>
                        <a:buNone/>
                      </a:pPr>
                      <a:r>
                        <a:rPr b="1" lang="en" sz="800"/>
                        <a:t>Intimidation</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600"/>
                        <a:t>Iomedae,</a:t>
                      </a:r>
                      <a:endParaRPr sz="600"/>
                    </a:p>
                    <a:p>
                      <a:pPr indent="0" lvl="0" marL="0" rtl="0" algn="ctr">
                        <a:lnSpc>
                          <a:spcPct val="115000"/>
                        </a:lnSpc>
                        <a:spcBef>
                          <a:spcPts val="0"/>
                        </a:spcBef>
                        <a:spcAft>
                          <a:spcPts val="0"/>
                        </a:spcAft>
                        <a:buNone/>
                      </a:pPr>
                      <a:r>
                        <a:rPr lang="en" sz="600"/>
                        <a:t>Urgathoa,</a:t>
                      </a:r>
                      <a:endParaRPr sz="600"/>
                    </a:p>
                    <a:p>
                      <a:pPr indent="0" lvl="0" marL="0" rtl="0" algn="ctr">
                        <a:lnSpc>
                          <a:spcPct val="115000"/>
                        </a:lnSpc>
                        <a:spcBef>
                          <a:spcPts val="0"/>
                        </a:spcBef>
                        <a:spcAft>
                          <a:spcPts val="0"/>
                        </a:spcAft>
                        <a:buNone/>
                      </a:pPr>
                      <a:r>
                        <a:rPr lang="en" sz="600"/>
                        <a:t>Zon-Kuthon</a:t>
                      </a:r>
                      <a:endParaRPr sz="6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600"/>
                        <a:t>Iomedae,</a:t>
                      </a:r>
                      <a:endParaRPr sz="600"/>
                    </a:p>
                    <a:p>
                      <a:pPr indent="0" lvl="0" marL="0" rtl="0" algn="ctr">
                        <a:lnSpc>
                          <a:spcPct val="115000"/>
                        </a:lnSpc>
                        <a:spcBef>
                          <a:spcPts val="0"/>
                        </a:spcBef>
                        <a:spcAft>
                          <a:spcPts val="0"/>
                        </a:spcAft>
                        <a:buNone/>
                      </a:pPr>
                      <a:r>
                        <a:rPr lang="en" sz="600"/>
                        <a:t>Urgathoa,</a:t>
                      </a:r>
                      <a:endParaRPr sz="600"/>
                    </a:p>
                    <a:p>
                      <a:pPr indent="0" lvl="0" marL="0" rtl="0" algn="ctr">
                        <a:lnSpc>
                          <a:spcPct val="115000"/>
                        </a:lnSpc>
                        <a:spcBef>
                          <a:spcPts val="0"/>
                        </a:spcBef>
                        <a:spcAft>
                          <a:spcPts val="0"/>
                        </a:spcAft>
                        <a:buNone/>
                      </a:pPr>
                      <a:r>
                        <a:rPr lang="en" sz="600"/>
                        <a:t>Zon-Kuthon</a:t>
                      </a:r>
                      <a:endParaRPr sz="6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Wild</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Ruffian</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500"/>
                        <a:t>Aberrant, Demonic,</a:t>
                      </a:r>
                      <a:endParaRPr sz="500"/>
                    </a:p>
                    <a:p>
                      <a:pPr indent="0" lvl="0" marL="0" rtl="0" algn="ctr">
                        <a:lnSpc>
                          <a:spcPct val="115000"/>
                        </a:lnSpc>
                        <a:spcBef>
                          <a:spcPts val="0"/>
                        </a:spcBef>
                        <a:spcAft>
                          <a:spcPts val="0"/>
                        </a:spcAft>
                        <a:buNone/>
                      </a:pPr>
                      <a:r>
                        <a:rPr lang="en" sz="500"/>
                        <a:t>Draconic, Elemental,</a:t>
                      </a:r>
                      <a:endParaRPr sz="500"/>
                    </a:p>
                    <a:p>
                      <a:pPr indent="0" lvl="0" marL="0" rtl="0" algn="ctr">
                        <a:lnSpc>
                          <a:spcPct val="115000"/>
                        </a:lnSpc>
                        <a:spcBef>
                          <a:spcPts val="0"/>
                        </a:spcBef>
                        <a:spcAft>
                          <a:spcPts val="0"/>
                        </a:spcAft>
                        <a:buNone/>
                      </a:pPr>
                      <a:r>
                        <a:rPr lang="en" sz="500"/>
                        <a:t>Undead</a:t>
                      </a:r>
                      <a:endParaRPr sz="5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96675">
                <a:tc>
                  <a:txBody>
                    <a:bodyPr/>
                    <a:lstStyle/>
                    <a:p>
                      <a:pPr indent="0" lvl="0" marL="0" rtl="0" algn="ctr">
                        <a:lnSpc>
                          <a:spcPct val="115000"/>
                        </a:lnSpc>
                        <a:spcBef>
                          <a:spcPts val="0"/>
                        </a:spcBef>
                        <a:spcAft>
                          <a:spcPts val="0"/>
                        </a:spcAft>
                        <a:buNone/>
                      </a:pPr>
                      <a:r>
                        <a:rPr b="1" lang="en" sz="800"/>
                        <a:t>Medicine</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700"/>
                        <a:t>Pharasma,</a:t>
                      </a:r>
                      <a:endParaRPr sz="700"/>
                    </a:p>
                    <a:p>
                      <a:pPr indent="0" lvl="0" marL="0" rtl="0" algn="ctr">
                        <a:lnSpc>
                          <a:spcPct val="115000"/>
                        </a:lnSpc>
                        <a:spcBef>
                          <a:spcPts val="0"/>
                        </a:spcBef>
                        <a:spcAft>
                          <a:spcPts val="0"/>
                        </a:spcAft>
                        <a:buNone/>
                      </a:pPr>
                      <a:r>
                        <a:rPr lang="en" sz="700"/>
                        <a:t>Sarenrae</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700"/>
                        <a:t>Pharasma,</a:t>
                      </a:r>
                      <a:endParaRPr sz="700"/>
                    </a:p>
                    <a:p>
                      <a:pPr indent="0" lvl="0" marL="0" rtl="0" algn="ctr">
                        <a:lnSpc>
                          <a:spcPct val="115000"/>
                        </a:lnSpc>
                        <a:spcBef>
                          <a:spcPts val="0"/>
                        </a:spcBef>
                        <a:spcAft>
                          <a:spcPts val="0"/>
                        </a:spcAft>
                        <a:buNone/>
                      </a:pPr>
                      <a:r>
                        <a:rPr lang="en" sz="700"/>
                        <a:t>Sarenrae</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96675">
                <a:tc>
                  <a:txBody>
                    <a:bodyPr/>
                    <a:lstStyle/>
                    <a:p>
                      <a:pPr indent="0" lvl="0" marL="0" rtl="0" algn="ctr">
                        <a:lnSpc>
                          <a:spcPct val="115000"/>
                        </a:lnSpc>
                        <a:spcBef>
                          <a:spcPts val="0"/>
                        </a:spcBef>
                        <a:spcAft>
                          <a:spcPts val="0"/>
                        </a:spcAft>
                        <a:buNone/>
                      </a:pPr>
                      <a:r>
                        <a:rPr b="1" lang="en" sz="800"/>
                        <a:t>Nature</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Elemental,</a:t>
                      </a:r>
                      <a:endParaRPr sz="700"/>
                    </a:p>
                    <a:p>
                      <a:pPr indent="0" lvl="0" marL="0" rtl="0" algn="ctr">
                        <a:lnSpc>
                          <a:spcPct val="115000"/>
                        </a:lnSpc>
                        <a:spcBef>
                          <a:spcPts val="0"/>
                        </a:spcBef>
                        <a:spcAft>
                          <a:spcPts val="0"/>
                        </a:spcAft>
                        <a:buNone/>
                      </a:pPr>
                      <a:r>
                        <a:rPr lang="en" sz="700"/>
                        <a:t>Fey</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71825">
                <a:tc>
                  <a:txBody>
                    <a:bodyPr/>
                    <a:lstStyle/>
                    <a:p>
                      <a:pPr indent="0" lvl="0" marL="0" rtl="0" algn="ctr">
                        <a:lnSpc>
                          <a:spcPct val="115000"/>
                        </a:lnSpc>
                        <a:spcBef>
                          <a:spcPts val="0"/>
                        </a:spcBef>
                        <a:spcAft>
                          <a:spcPts val="0"/>
                        </a:spcAft>
                        <a:buNone/>
                      </a:pPr>
                      <a:r>
                        <a:rPr b="1" lang="en" sz="800"/>
                        <a:t>Occultism</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700"/>
                        <a:t>Aberrant,</a:t>
                      </a:r>
                      <a:endParaRPr sz="700"/>
                    </a:p>
                    <a:p>
                      <a:pPr indent="0" lvl="0" marL="0" rtl="0" algn="ctr">
                        <a:lnSpc>
                          <a:spcPct val="115000"/>
                        </a:lnSpc>
                        <a:spcBef>
                          <a:spcPts val="0"/>
                        </a:spcBef>
                        <a:spcAft>
                          <a:spcPts val="0"/>
                        </a:spcAft>
                        <a:buNone/>
                      </a:pPr>
                      <a:r>
                        <a:rPr lang="en" sz="700"/>
                        <a:t>Hag</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13400">
                <a:tc>
                  <a:txBody>
                    <a:bodyPr/>
                    <a:lstStyle/>
                    <a:p>
                      <a:pPr indent="0" lvl="0" marL="0" rtl="0" algn="ctr">
                        <a:lnSpc>
                          <a:spcPct val="115000"/>
                        </a:lnSpc>
                        <a:spcBef>
                          <a:spcPts val="0"/>
                        </a:spcBef>
                        <a:spcAft>
                          <a:spcPts val="0"/>
                        </a:spcAft>
                        <a:buNone/>
                      </a:pPr>
                      <a:r>
                        <a:rPr b="1" lang="en" sz="800"/>
                        <a:t>Performance</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Shelyn*</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Shelyn*</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96675">
                <a:tc>
                  <a:txBody>
                    <a:bodyPr/>
                    <a:lstStyle/>
                    <a:p>
                      <a:pPr indent="0" lvl="0" marL="0" rtl="0" algn="ctr">
                        <a:lnSpc>
                          <a:spcPct val="115000"/>
                        </a:lnSpc>
                        <a:spcBef>
                          <a:spcPts val="0"/>
                        </a:spcBef>
                        <a:spcAft>
                          <a:spcPts val="0"/>
                        </a:spcAft>
                        <a:buNone/>
                      </a:pPr>
                      <a:r>
                        <a:rPr b="1" lang="en" sz="800"/>
                        <a:t>Religion</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600"/>
                        <a:t>Angelic, Demonic,</a:t>
                      </a:r>
                      <a:endParaRPr sz="600"/>
                    </a:p>
                    <a:p>
                      <a:pPr indent="0" lvl="0" marL="0" rtl="0" algn="ctr">
                        <a:lnSpc>
                          <a:spcPct val="115000"/>
                        </a:lnSpc>
                        <a:spcBef>
                          <a:spcPts val="0"/>
                        </a:spcBef>
                        <a:spcAft>
                          <a:spcPts val="0"/>
                        </a:spcAft>
                        <a:buNone/>
                      </a:pPr>
                      <a:r>
                        <a:rPr lang="en" sz="600"/>
                        <a:t>Diabolic, Undead</a:t>
                      </a:r>
                      <a:endParaRPr sz="6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05625">
                <a:tc>
                  <a:txBody>
                    <a:bodyPr/>
                    <a:lstStyle/>
                    <a:p>
                      <a:pPr indent="0" lvl="0" marL="0" rtl="0" algn="ctr">
                        <a:lnSpc>
                          <a:spcPct val="115000"/>
                        </a:lnSpc>
                        <a:spcBef>
                          <a:spcPts val="0"/>
                        </a:spcBef>
                        <a:spcAft>
                          <a:spcPts val="0"/>
                        </a:spcAft>
                        <a:buNone/>
                      </a:pPr>
                      <a:r>
                        <a:rPr b="1" lang="en" sz="800"/>
                        <a:t>Society</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Abadar</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Abadar</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800"/>
                        <a:t>Imperial</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13400">
                <a:tc>
                  <a:txBody>
                    <a:bodyPr/>
                    <a:lstStyle/>
                    <a:p>
                      <a:pPr indent="0" lvl="0" marL="0" rtl="0" algn="ctr">
                        <a:lnSpc>
                          <a:spcPct val="115000"/>
                        </a:lnSpc>
                        <a:spcBef>
                          <a:spcPts val="0"/>
                        </a:spcBef>
                        <a:spcAft>
                          <a:spcPts val="0"/>
                        </a:spcAft>
                        <a:buNone/>
                      </a:pPr>
                      <a:r>
                        <a:rPr b="1" lang="en" sz="800"/>
                        <a:t>Stealth</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Norgorber</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Norgorber</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1"/>
                          </a:solidFill>
                        </a:rPr>
                        <a:t>✔</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0E0E3"/>
                    </a:solidFill>
                  </a:tcPr>
                </a:tc>
              </a:tr>
              <a:tr h="296675">
                <a:tc>
                  <a:txBody>
                    <a:bodyPr/>
                    <a:lstStyle/>
                    <a:p>
                      <a:pPr indent="0" lvl="0" marL="0" rtl="0" algn="ctr">
                        <a:lnSpc>
                          <a:spcPct val="115000"/>
                        </a:lnSpc>
                        <a:spcBef>
                          <a:spcPts val="0"/>
                        </a:spcBef>
                        <a:spcAft>
                          <a:spcPts val="0"/>
                        </a:spcAft>
                        <a:buNone/>
                      </a:pPr>
                      <a:r>
                        <a:rPr b="1" lang="en" sz="800"/>
                        <a:t>Survival</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Erastil, Gozreh,</a:t>
                      </a:r>
                      <a:endParaRPr sz="700"/>
                    </a:p>
                    <a:p>
                      <a:pPr indent="0" lvl="0" marL="0" rtl="0" algn="ctr">
                        <a:lnSpc>
                          <a:spcPct val="115000"/>
                        </a:lnSpc>
                        <a:spcBef>
                          <a:spcPts val="0"/>
                        </a:spcBef>
                        <a:spcAft>
                          <a:spcPts val="0"/>
                        </a:spcAft>
                        <a:buNone/>
                      </a:pPr>
                      <a:r>
                        <a:rPr lang="en" sz="700"/>
                        <a:t>Lamashtu</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Erastil, Gozreh,</a:t>
                      </a:r>
                      <a:endParaRPr sz="700"/>
                    </a:p>
                    <a:p>
                      <a:pPr indent="0" lvl="0" marL="0" rtl="0" algn="ctr">
                        <a:lnSpc>
                          <a:spcPct val="115000"/>
                        </a:lnSpc>
                        <a:spcBef>
                          <a:spcPts val="0"/>
                        </a:spcBef>
                        <a:spcAft>
                          <a:spcPts val="0"/>
                        </a:spcAft>
                        <a:buNone/>
                      </a:pPr>
                      <a:r>
                        <a:rPr lang="en" sz="700"/>
                        <a:t>Lamashtu</a:t>
                      </a:r>
                      <a:endParaRPr sz="7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10375">
                <a:tc>
                  <a:txBody>
                    <a:bodyPr/>
                    <a:lstStyle/>
                    <a:p>
                      <a:pPr indent="0" lvl="0" marL="0" rtl="0" algn="ctr">
                        <a:lnSpc>
                          <a:spcPct val="115000"/>
                        </a:lnSpc>
                        <a:spcBef>
                          <a:spcPts val="0"/>
                        </a:spcBef>
                        <a:spcAft>
                          <a:spcPts val="0"/>
                        </a:spcAft>
                        <a:buNone/>
                      </a:pPr>
                      <a:r>
                        <a:rPr b="1" lang="en" sz="800"/>
                        <a:t>Thievery</a:t>
                      </a:r>
                      <a:endParaRPr b="1" sz="800"/>
                    </a:p>
                  </a:txBody>
                  <a:tcPr marT="9125" marB="9125" marR="9125" marL="91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2857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lnSpc>
                          <a:spcPct val="115000"/>
                        </a:lnSpc>
                        <a:spcBef>
                          <a:spcPts val="0"/>
                        </a:spcBef>
                        <a:spcAft>
                          <a:spcPts val="0"/>
                        </a:spcAft>
                        <a:buNone/>
                      </a:pPr>
                      <a:r>
                        <a:rPr lang="en" sz="800"/>
                        <a:t>Thief</a:t>
                      </a:r>
                      <a:endParaRPr sz="8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t/>
                      </a:r>
                      <a:endParaRPr sz="1200"/>
                    </a:p>
                  </a:txBody>
                  <a:tcPr marT="9125" marB="9125" marR="9125" marL="9125" anchor="ctr">
                    <a:lnL cap="flat" cmpd="sng" w="9525">
                      <a:solidFill>
                        <a:srgbClr val="CCCCCC"/>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D0E0E3"/>
                    </a:solidFill>
                  </a:tcPr>
                </a:tc>
              </a:tr>
            </a:tbl>
          </a:graphicData>
        </a:graphic>
      </p:graphicFrame>
      <p:sp>
        <p:nvSpPr>
          <p:cNvPr id="1736" name="Google Shape;1736;p30"/>
          <p:cNvSpPr txBox="1"/>
          <p:nvPr/>
        </p:nvSpPr>
        <p:spPr>
          <a:xfrm>
            <a:off x="9600" y="427750"/>
            <a:ext cx="743100" cy="413100"/>
          </a:xfrm>
          <a:prstGeom prst="rect">
            <a:avLst/>
          </a:prstGeom>
          <a:solidFill>
            <a:srgbClr val="FFFFFF"/>
          </a:solidFill>
          <a:ln cap="flat" cmpd="sng" w="28575">
            <a:solidFill>
              <a:srgbClr val="000000"/>
            </a:solidFill>
            <a:prstDash val="solid"/>
            <a:round/>
            <a:headEnd len="sm" w="sm" type="none"/>
            <a:tailEnd len="sm" w="sm" type="none"/>
          </a:ln>
        </p:spPr>
        <p:txBody>
          <a:bodyPr anchorCtr="0" anchor="ctr" bIns="9125" lIns="9125" spcFirstLastPara="1" rIns="9125" wrap="square" tIns="9125">
            <a:noAutofit/>
          </a:bodyPr>
          <a:lstStyle/>
          <a:p>
            <a:pPr indent="0" lvl="0" marL="0" rtl="0" algn="ctr">
              <a:spcBef>
                <a:spcPts val="0"/>
              </a:spcBef>
              <a:spcAft>
                <a:spcPts val="0"/>
              </a:spcAft>
              <a:buNone/>
            </a:pPr>
            <a:r>
              <a:rPr lang="en" sz="800"/>
              <a:t>* = pick one</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